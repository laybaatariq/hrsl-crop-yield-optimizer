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7.jpg" ContentType="image/jpeg"/>
  <Override PartName="/ppt/media/image18.jpg" ContentType="image/jpeg"/>
  <Override PartName="/ppt/media/image19.jpg" ContentType="image/jpeg"/>
  <Override PartName="/ppt/media/image20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72" r:id="rId7"/>
    <p:sldId id="263" r:id="rId8"/>
    <p:sldId id="264" r:id="rId9"/>
    <p:sldId id="284" r:id="rId10"/>
    <p:sldId id="283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81" r:id="rId25"/>
    <p:sldId id="280" r:id="rId26"/>
    <p:sldId id="282" r:id="rId27"/>
    <p:sldId id="268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Laiba Rehman" userId="ed2ef9165793406c" providerId="LiveId" clId="{6117D078-8D2B-4C93-8D04-F39304D75E1D}"/>
    <pc:docChg chg="undo custSel addSld delSld modSld sldOrd">
      <pc:chgData name="Syeda Laiba Rehman" userId="ed2ef9165793406c" providerId="LiveId" clId="{6117D078-8D2B-4C93-8D04-F39304D75E1D}" dt="2025-08-24T18:59:23.518" v="1340" actId="1035"/>
      <pc:docMkLst>
        <pc:docMk/>
      </pc:docMkLst>
      <pc:sldChg chg="addSp delSp modSp mod">
        <pc:chgData name="Syeda Laiba Rehman" userId="ed2ef9165793406c" providerId="LiveId" clId="{6117D078-8D2B-4C93-8D04-F39304D75E1D}" dt="2025-08-18T12:23:53.177" v="1015" actId="1035"/>
        <pc:sldMkLst>
          <pc:docMk/>
          <pc:sldMk cId="0" sldId="257"/>
        </pc:sldMkLst>
        <pc:spChg chg="add mod">
          <ac:chgData name="Syeda Laiba Rehman" userId="ed2ef9165793406c" providerId="LiveId" clId="{6117D078-8D2B-4C93-8D04-F39304D75E1D}" dt="2025-08-18T11:47:19.473" v="816" actId="14861"/>
          <ac:spMkLst>
            <pc:docMk/>
            <pc:sldMk cId="0" sldId="257"/>
            <ac:spMk id="28" creationId="{A1DE211F-0DAD-E704-BB4E-FBA2B1B40137}"/>
          </ac:spMkLst>
        </pc:spChg>
        <pc:picChg chg="mod">
          <ac:chgData name="Syeda Laiba Rehman" userId="ed2ef9165793406c" providerId="LiveId" clId="{6117D078-8D2B-4C93-8D04-F39304D75E1D}" dt="2025-08-18T11:43:15.030" v="741" actId="1035"/>
          <ac:picMkLst>
            <pc:docMk/>
            <pc:sldMk cId="0" sldId="257"/>
            <ac:picMk id="9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09.495" v="736" actId="1035"/>
          <ac:picMkLst>
            <pc:docMk/>
            <pc:sldMk cId="0" sldId="257"/>
            <ac:picMk id="10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48.549" v="751" actId="1036"/>
          <ac:picMkLst>
            <pc:docMk/>
            <pc:sldMk cId="0" sldId="257"/>
            <ac:picMk id="11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48.549" v="751" actId="1036"/>
          <ac:picMkLst>
            <pc:docMk/>
            <pc:sldMk cId="0" sldId="257"/>
            <ac:picMk id="12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48.549" v="751" actId="1036"/>
          <ac:picMkLst>
            <pc:docMk/>
            <pc:sldMk cId="0" sldId="257"/>
            <ac:picMk id="13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48.549" v="751" actId="1036"/>
          <ac:picMkLst>
            <pc:docMk/>
            <pc:sldMk cId="0" sldId="257"/>
            <ac:picMk id="15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48.549" v="751" actId="1036"/>
          <ac:picMkLst>
            <pc:docMk/>
            <pc:sldMk cId="0" sldId="257"/>
            <ac:picMk id="16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3:56.409" v="757" actId="1036"/>
          <ac:picMkLst>
            <pc:docMk/>
            <pc:sldMk cId="0" sldId="257"/>
            <ac:picMk id="17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2:23:53.177" v="1015" actId="1035"/>
          <ac:picMkLst>
            <pc:docMk/>
            <pc:sldMk cId="0" sldId="257"/>
            <ac:picMk id="18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7:58.139" v="834" actId="1036"/>
          <ac:picMkLst>
            <pc:docMk/>
            <pc:sldMk cId="0" sldId="257"/>
            <ac:picMk id="21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7:47.100" v="823" actId="1035"/>
          <ac:picMkLst>
            <pc:docMk/>
            <pc:sldMk cId="0" sldId="257"/>
            <ac:picMk id="22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8:06.831" v="840" actId="1036"/>
          <ac:picMkLst>
            <pc:docMk/>
            <pc:sldMk cId="0" sldId="257"/>
            <ac:picMk id="23" creationId="{00000000-0000-0000-0000-000000000000}"/>
          </ac:picMkLst>
        </pc:picChg>
        <pc:picChg chg="mod">
          <ac:chgData name="Syeda Laiba Rehman" userId="ed2ef9165793406c" providerId="LiveId" clId="{6117D078-8D2B-4C93-8D04-F39304D75E1D}" dt="2025-08-18T11:47:52.151" v="827" actId="1035"/>
          <ac:picMkLst>
            <pc:docMk/>
            <pc:sldMk cId="0" sldId="257"/>
            <ac:picMk id="25" creationId="{00000000-0000-0000-0000-000000000000}"/>
          </ac:picMkLst>
        </pc:picChg>
      </pc:sldChg>
      <pc:sldChg chg="modSp mod">
        <pc:chgData name="Syeda Laiba Rehman" userId="ed2ef9165793406c" providerId="LiveId" clId="{6117D078-8D2B-4C93-8D04-F39304D75E1D}" dt="2025-08-18T09:58:57.802" v="301" actId="1036"/>
        <pc:sldMkLst>
          <pc:docMk/>
          <pc:sldMk cId="0" sldId="258"/>
        </pc:sldMkLst>
        <pc:spChg chg="mod">
          <ac:chgData name="Syeda Laiba Rehman" userId="ed2ef9165793406c" providerId="LiveId" clId="{6117D078-8D2B-4C93-8D04-F39304D75E1D}" dt="2025-08-18T09:58:57.802" v="301" actId="1036"/>
          <ac:spMkLst>
            <pc:docMk/>
            <pc:sldMk cId="0" sldId="258"/>
            <ac:spMk id="23" creationId="{AEBFA6F4-011E-9ACE-8807-536F234C3678}"/>
          </ac:spMkLst>
        </pc:spChg>
      </pc:sldChg>
      <pc:sldChg chg="addSp delSp modSp mod">
        <pc:chgData name="Syeda Laiba Rehman" userId="ed2ef9165793406c" providerId="LiveId" clId="{6117D078-8D2B-4C93-8D04-F39304D75E1D}" dt="2025-08-18T10:59:53.746" v="729" actId="1076"/>
        <pc:sldMkLst>
          <pc:docMk/>
          <pc:sldMk cId="0" sldId="263"/>
        </pc:sldMkLst>
        <pc:picChg chg="add mod">
          <ac:chgData name="Syeda Laiba Rehman" userId="ed2ef9165793406c" providerId="LiveId" clId="{6117D078-8D2B-4C93-8D04-F39304D75E1D}" dt="2025-08-18T10:59:53.746" v="729" actId="1076"/>
          <ac:picMkLst>
            <pc:docMk/>
            <pc:sldMk cId="0" sldId="263"/>
            <ac:picMk id="3" creationId="{F5B5BAD4-036D-DFB4-ED39-E8D7430ACA9B}"/>
          </ac:picMkLst>
        </pc:picChg>
      </pc:sldChg>
      <pc:sldChg chg="modSp mod">
        <pc:chgData name="Syeda Laiba Rehman" userId="ed2ef9165793406c" providerId="LiveId" clId="{6117D078-8D2B-4C93-8D04-F39304D75E1D}" dt="2025-08-18T16:27:25.665" v="1037" actId="14100"/>
        <pc:sldMkLst>
          <pc:docMk/>
          <pc:sldMk cId="0" sldId="264"/>
        </pc:sldMkLst>
        <pc:picChg chg="mod">
          <ac:chgData name="Syeda Laiba Rehman" userId="ed2ef9165793406c" providerId="LiveId" clId="{6117D078-8D2B-4C93-8D04-F39304D75E1D}" dt="2025-08-18T16:27:25.665" v="1037" actId="14100"/>
          <ac:picMkLst>
            <pc:docMk/>
            <pc:sldMk cId="0" sldId="264"/>
            <ac:picMk id="6" creationId="{A68CBF09-1850-6669-365F-613E046703DB}"/>
          </ac:picMkLst>
        </pc:picChg>
      </pc:sldChg>
      <pc:sldChg chg="del ord">
        <pc:chgData name="Syeda Laiba Rehman" userId="ed2ef9165793406c" providerId="LiveId" clId="{6117D078-8D2B-4C93-8D04-F39304D75E1D}" dt="2025-08-18T10:36:45.589" v="641" actId="47"/>
        <pc:sldMkLst>
          <pc:docMk/>
          <pc:sldMk cId="0" sldId="265"/>
        </pc:sldMkLst>
      </pc:sldChg>
      <pc:sldChg chg="modSp del mod">
        <pc:chgData name="Syeda Laiba Rehman" userId="ed2ef9165793406c" providerId="LiveId" clId="{6117D078-8D2B-4C93-8D04-F39304D75E1D}" dt="2025-08-18T10:57:17.076" v="719" actId="47"/>
        <pc:sldMkLst>
          <pc:docMk/>
          <pc:sldMk cId="0" sldId="266"/>
        </pc:sldMkLst>
      </pc:sldChg>
      <pc:sldChg chg="modSp mod">
        <pc:chgData name="Syeda Laiba Rehman" userId="ed2ef9165793406c" providerId="LiveId" clId="{6117D078-8D2B-4C93-8D04-F39304D75E1D}" dt="2025-08-18T10:51:41.584" v="693" actId="14100"/>
        <pc:sldMkLst>
          <pc:docMk/>
          <pc:sldMk cId="0" sldId="267"/>
        </pc:sldMkLst>
        <pc:spChg chg="mod">
          <ac:chgData name="Syeda Laiba Rehman" userId="ed2ef9165793406c" providerId="LiveId" clId="{6117D078-8D2B-4C93-8D04-F39304D75E1D}" dt="2025-08-18T10:51:41.584" v="693" actId="14100"/>
          <ac:spMkLst>
            <pc:docMk/>
            <pc:sldMk cId="0" sldId="267"/>
            <ac:spMk id="3" creationId="{00000000-0000-0000-0000-000000000000}"/>
          </ac:spMkLst>
        </pc:spChg>
      </pc:sldChg>
      <pc:sldChg chg="del ord">
        <pc:chgData name="Syeda Laiba Rehman" userId="ed2ef9165793406c" providerId="LiveId" clId="{6117D078-8D2B-4C93-8D04-F39304D75E1D}" dt="2025-08-18T10:36:41.824" v="640" actId="47"/>
        <pc:sldMkLst>
          <pc:docMk/>
          <pc:sldMk cId="694824759" sldId="270"/>
        </pc:sldMkLst>
      </pc:sldChg>
      <pc:sldChg chg="del ord">
        <pc:chgData name="Syeda Laiba Rehman" userId="ed2ef9165793406c" providerId="LiveId" clId="{6117D078-8D2B-4C93-8D04-F39304D75E1D}" dt="2025-08-18T10:36:38.606" v="639" actId="47"/>
        <pc:sldMkLst>
          <pc:docMk/>
          <pc:sldMk cId="3288966549" sldId="271"/>
        </pc:sldMkLst>
      </pc:sldChg>
      <pc:sldChg chg="ord">
        <pc:chgData name="Syeda Laiba Rehman" userId="ed2ef9165793406c" providerId="LiveId" clId="{6117D078-8D2B-4C93-8D04-F39304D75E1D}" dt="2025-08-17T15:43:27.012" v="222"/>
        <pc:sldMkLst>
          <pc:docMk/>
          <pc:sldMk cId="2247739172" sldId="272"/>
        </pc:sldMkLst>
      </pc:sldChg>
      <pc:sldChg chg="addSp delSp modSp add mod">
        <pc:chgData name="Syeda Laiba Rehman" userId="ed2ef9165793406c" providerId="LiveId" clId="{6117D078-8D2B-4C93-8D04-F39304D75E1D}" dt="2025-08-17T15:36:59.717" v="160" actId="20577"/>
        <pc:sldMkLst>
          <pc:docMk/>
          <pc:sldMk cId="558931500" sldId="273"/>
        </pc:sldMkLst>
        <pc:spChg chg="mod">
          <ac:chgData name="Syeda Laiba Rehman" userId="ed2ef9165793406c" providerId="LiveId" clId="{6117D078-8D2B-4C93-8D04-F39304D75E1D}" dt="2025-08-17T15:35:52.590" v="150" actId="113"/>
          <ac:spMkLst>
            <pc:docMk/>
            <pc:sldMk cId="558931500" sldId="273"/>
            <ac:spMk id="3" creationId="{7DC95250-C99A-6614-1490-49C82E242F7D}"/>
          </ac:spMkLst>
        </pc:spChg>
        <pc:spChg chg="mod">
          <ac:chgData name="Syeda Laiba Rehman" userId="ed2ef9165793406c" providerId="LiveId" clId="{6117D078-8D2B-4C93-8D04-F39304D75E1D}" dt="2025-08-17T15:36:59.717" v="160" actId="20577"/>
          <ac:spMkLst>
            <pc:docMk/>
            <pc:sldMk cId="558931500" sldId="273"/>
            <ac:spMk id="6" creationId="{BEB8A602-D13B-40E9-93CF-B4EEEA1E8EBE}"/>
          </ac:spMkLst>
        </pc:spChg>
        <pc:spChg chg="mod">
          <ac:chgData name="Syeda Laiba Rehman" userId="ed2ef9165793406c" providerId="LiveId" clId="{6117D078-8D2B-4C93-8D04-F39304D75E1D}" dt="2025-08-17T15:35:21.235" v="141" actId="14100"/>
          <ac:spMkLst>
            <pc:docMk/>
            <pc:sldMk cId="558931500" sldId="273"/>
            <ac:spMk id="10" creationId="{C81888CA-F725-C3E1-784A-BFA4BCE9EE64}"/>
          </ac:spMkLst>
        </pc:spChg>
        <pc:spChg chg="mod">
          <ac:chgData name="Syeda Laiba Rehman" userId="ed2ef9165793406c" providerId="LiveId" clId="{6117D078-8D2B-4C93-8D04-F39304D75E1D}" dt="2025-08-17T15:36:12.983" v="153" actId="114"/>
          <ac:spMkLst>
            <pc:docMk/>
            <pc:sldMk cId="558931500" sldId="273"/>
            <ac:spMk id="12" creationId="{73AC9800-34EE-0D41-0D2A-004471CA1FBD}"/>
          </ac:spMkLst>
        </pc:spChg>
        <pc:spChg chg="mod">
          <ac:chgData name="Syeda Laiba Rehman" userId="ed2ef9165793406c" providerId="LiveId" clId="{6117D078-8D2B-4C93-8D04-F39304D75E1D}" dt="2025-08-17T15:36:43.818" v="154" actId="1076"/>
          <ac:spMkLst>
            <pc:docMk/>
            <pc:sldMk cId="558931500" sldId="273"/>
            <ac:spMk id="13" creationId="{294DB4DC-C81D-D998-DC0E-F1EBA01BF3D9}"/>
          </ac:spMkLst>
        </pc:spChg>
        <pc:spChg chg="mod">
          <ac:chgData name="Syeda Laiba Rehman" userId="ed2ef9165793406c" providerId="LiveId" clId="{6117D078-8D2B-4C93-8D04-F39304D75E1D}" dt="2025-08-17T15:34:55.925" v="135" actId="1036"/>
          <ac:spMkLst>
            <pc:docMk/>
            <pc:sldMk cId="558931500" sldId="273"/>
            <ac:spMk id="16" creationId="{39B341BC-CF17-5EDD-C9C9-72E22569C44B}"/>
          </ac:spMkLst>
        </pc:spChg>
        <pc:grpChg chg="mod topLvl">
          <ac:chgData name="Syeda Laiba Rehman" userId="ed2ef9165793406c" providerId="LiveId" clId="{6117D078-8D2B-4C93-8D04-F39304D75E1D}" dt="2025-08-17T15:34:35.447" v="132" actId="164"/>
          <ac:grpSpMkLst>
            <pc:docMk/>
            <pc:sldMk cId="558931500" sldId="273"/>
            <ac:grpSpMk id="9" creationId="{3123BF14-A9D8-59B7-7683-73DD7807A759}"/>
          </ac:grpSpMkLst>
        </pc:grpChg>
        <pc:grpChg chg="add mod">
          <ac:chgData name="Syeda Laiba Rehman" userId="ed2ef9165793406c" providerId="LiveId" clId="{6117D078-8D2B-4C93-8D04-F39304D75E1D}" dt="2025-08-17T15:34:35.447" v="132" actId="164"/>
          <ac:grpSpMkLst>
            <pc:docMk/>
            <pc:sldMk cId="558931500" sldId="273"/>
            <ac:grpSpMk id="11" creationId="{DEE9EEDE-18E3-0245-9F55-007AFB8523DA}"/>
          </ac:grpSpMkLst>
        </pc:grpChg>
        <pc:grpChg chg="add mod">
          <ac:chgData name="Syeda Laiba Rehman" userId="ed2ef9165793406c" providerId="LiveId" clId="{6117D078-8D2B-4C93-8D04-F39304D75E1D}" dt="2025-08-17T15:35:38.467" v="148" actId="1035"/>
          <ac:grpSpMkLst>
            <pc:docMk/>
            <pc:sldMk cId="558931500" sldId="273"/>
            <ac:grpSpMk id="18" creationId="{7E0AD7D7-0DC4-F32A-C47A-8D7AF7E8455A}"/>
          </ac:grpSpMkLst>
        </pc:grpChg>
      </pc:sldChg>
      <pc:sldChg chg="delSp modSp add mod">
        <pc:chgData name="Syeda Laiba Rehman" userId="ed2ef9165793406c" providerId="LiveId" clId="{6117D078-8D2B-4C93-8D04-F39304D75E1D}" dt="2025-08-18T06:03:52.590" v="298" actId="113"/>
        <pc:sldMkLst>
          <pc:docMk/>
          <pc:sldMk cId="4243828466" sldId="274"/>
        </pc:sldMkLst>
        <pc:spChg chg="mod">
          <ac:chgData name="Syeda Laiba Rehman" userId="ed2ef9165793406c" providerId="LiveId" clId="{6117D078-8D2B-4C93-8D04-F39304D75E1D}" dt="2025-08-17T17:06:23.141" v="295"/>
          <ac:spMkLst>
            <pc:docMk/>
            <pc:sldMk cId="4243828466" sldId="274"/>
            <ac:spMk id="10" creationId="{DE5013EB-A08B-C4DF-0927-2AD68EB31268}"/>
          </ac:spMkLst>
        </pc:spChg>
        <pc:spChg chg="mod">
          <ac:chgData name="Syeda Laiba Rehman" userId="ed2ef9165793406c" providerId="LiveId" clId="{6117D078-8D2B-4C93-8D04-F39304D75E1D}" dt="2025-08-17T17:06:23.141" v="295"/>
          <ac:spMkLst>
            <pc:docMk/>
            <pc:sldMk cId="4243828466" sldId="274"/>
            <ac:spMk id="12" creationId="{C97EAF36-9F53-A15B-CA4F-BEDD8C71B451}"/>
          </ac:spMkLst>
        </pc:spChg>
        <pc:spChg chg="mod">
          <ac:chgData name="Syeda Laiba Rehman" userId="ed2ef9165793406c" providerId="LiveId" clId="{6117D078-8D2B-4C93-8D04-F39304D75E1D}" dt="2025-08-17T17:06:23.141" v="295"/>
          <ac:spMkLst>
            <pc:docMk/>
            <pc:sldMk cId="4243828466" sldId="274"/>
            <ac:spMk id="13" creationId="{F869108B-2E42-4739-CC44-C8982DCC3C11}"/>
          </ac:spMkLst>
        </pc:spChg>
        <pc:spChg chg="mod">
          <ac:chgData name="Syeda Laiba Rehman" userId="ed2ef9165793406c" providerId="LiveId" clId="{6117D078-8D2B-4C93-8D04-F39304D75E1D}" dt="2025-08-18T06:03:52.590" v="298" actId="113"/>
          <ac:spMkLst>
            <pc:docMk/>
            <pc:sldMk cId="4243828466" sldId="274"/>
            <ac:spMk id="16" creationId="{F6A0EB16-966F-9C67-9960-E7C844B2023B}"/>
          </ac:spMkLst>
        </pc:spChg>
        <pc:grpChg chg="mod">
          <ac:chgData name="Syeda Laiba Rehman" userId="ed2ef9165793406c" providerId="LiveId" clId="{6117D078-8D2B-4C93-8D04-F39304D75E1D}" dt="2025-08-17T17:06:23.141" v="295"/>
          <ac:grpSpMkLst>
            <pc:docMk/>
            <pc:sldMk cId="4243828466" sldId="274"/>
            <ac:grpSpMk id="9" creationId="{EE61ADAF-B9C8-099C-97A8-B4B08230B6CC}"/>
          </ac:grpSpMkLst>
        </pc:grpChg>
        <pc:grpChg chg="mod">
          <ac:chgData name="Syeda Laiba Rehman" userId="ed2ef9165793406c" providerId="LiveId" clId="{6117D078-8D2B-4C93-8D04-F39304D75E1D}" dt="2025-08-17T17:06:23.141" v="295"/>
          <ac:grpSpMkLst>
            <pc:docMk/>
            <pc:sldMk cId="4243828466" sldId="274"/>
            <ac:grpSpMk id="11" creationId="{84F83DEA-E1AD-2E40-08FA-6A4BB41654D0}"/>
          </ac:grpSpMkLst>
        </pc:grpChg>
        <pc:grpChg chg="mod">
          <ac:chgData name="Syeda Laiba Rehman" userId="ed2ef9165793406c" providerId="LiveId" clId="{6117D078-8D2B-4C93-8D04-F39304D75E1D}" dt="2025-08-17T17:06:23.141" v="295"/>
          <ac:grpSpMkLst>
            <pc:docMk/>
            <pc:sldMk cId="4243828466" sldId="274"/>
            <ac:grpSpMk id="18" creationId="{61310222-5812-D6A8-5A1E-C74A6826B282}"/>
          </ac:grpSpMkLst>
        </pc:grpChg>
      </pc:sldChg>
      <pc:sldChg chg="addSp delSp modSp add mod">
        <pc:chgData name="Syeda Laiba Rehman" userId="ed2ef9165793406c" providerId="LiveId" clId="{6117D078-8D2B-4C93-8D04-F39304D75E1D}" dt="2025-08-24T18:55:56.574" v="1157" actId="14100"/>
        <pc:sldMkLst>
          <pc:docMk/>
          <pc:sldMk cId="3444380230" sldId="275"/>
        </pc:sldMkLst>
        <pc:spChg chg="add del mod">
          <ac:chgData name="Syeda Laiba Rehman" userId="ed2ef9165793406c" providerId="LiveId" clId="{6117D078-8D2B-4C93-8D04-F39304D75E1D}" dt="2025-08-24T18:53:26.659" v="1077" actId="478"/>
          <ac:spMkLst>
            <pc:docMk/>
            <pc:sldMk cId="3444380230" sldId="275"/>
            <ac:spMk id="7" creationId="{36337223-9A33-7F53-A4F0-5D4924792802}"/>
          </ac:spMkLst>
        </pc:spChg>
        <pc:spChg chg="mod topLvl">
          <ac:chgData name="Syeda Laiba Rehman" userId="ed2ef9165793406c" providerId="LiveId" clId="{6117D078-8D2B-4C93-8D04-F39304D75E1D}" dt="2025-08-18T12:12:37.105" v="1012" actId="14100"/>
          <ac:spMkLst>
            <pc:docMk/>
            <pc:sldMk cId="3444380230" sldId="275"/>
            <ac:spMk id="13" creationId="{D3AB49A8-07A8-F4AF-90F3-97DB4B2C3688}"/>
          </ac:spMkLst>
        </pc:spChg>
        <pc:picChg chg="add mod">
          <ac:chgData name="Syeda Laiba Rehman" userId="ed2ef9165793406c" providerId="LiveId" clId="{6117D078-8D2B-4C93-8D04-F39304D75E1D}" dt="2025-08-24T18:55:56.574" v="1157" actId="14100"/>
          <ac:picMkLst>
            <pc:docMk/>
            <pc:sldMk cId="3444380230" sldId="275"/>
            <ac:picMk id="9" creationId="{21C3FF3E-0513-1CB3-A0B6-D3C1DA4B816D}"/>
          </ac:picMkLst>
        </pc:picChg>
        <pc:picChg chg="add mod">
          <ac:chgData name="Syeda Laiba Rehman" userId="ed2ef9165793406c" providerId="LiveId" clId="{6117D078-8D2B-4C93-8D04-F39304D75E1D}" dt="2025-08-24T18:55:40.296" v="1148" actId="1038"/>
          <ac:picMkLst>
            <pc:docMk/>
            <pc:sldMk cId="3444380230" sldId="275"/>
            <ac:picMk id="10" creationId="{CA31F15F-B861-9E3C-90E6-DF0552B7FF3F}"/>
          </ac:picMkLst>
        </pc:picChg>
        <pc:picChg chg="add mod">
          <ac:chgData name="Syeda Laiba Rehman" userId="ed2ef9165793406c" providerId="LiveId" clId="{6117D078-8D2B-4C93-8D04-F39304D75E1D}" dt="2025-08-24T18:55:06.764" v="1136" actId="14100"/>
          <ac:picMkLst>
            <pc:docMk/>
            <pc:sldMk cId="3444380230" sldId="275"/>
            <ac:picMk id="11" creationId="{F57C1DEB-96DE-2F46-E695-824767AC0B72}"/>
          </ac:picMkLst>
        </pc:picChg>
        <pc:picChg chg="add mod">
          <ac:chgData name="Syeda Laiba Rehman" userId="ed2ef9165793406c" providerId="LiveId" clId="{6117D078-8D2B-4C93-8D04-F39304D75E1D}" dt="2025-08-24T18:55:51.966" v="1156" actId="14100"/>
          <ac:picMkLst>
            <pc:docMk/>
            <pc:sldMk cId="3444380230" sldId="275"/>
            <ac:picMk id="12" creationId="{D8CCCA80-DC55-31A6-2D91-4DC2746604E2}"/>
          </ac:picMkLst>
        </pc:picChg>
        <pc:picChg chg="add mod">
          <ac:chgData name="Syeda Laiba Rehman" userId="ed2ef9165793406c" providerId="LiveId" clId="{6117D078-8D2B-4C93-8D04-F39304D75E1D}" dt="2025-08-24T18:53:47.864" v="1135" actId="1037"/>
          <ac:picMkLst>
            <pc:docMk/>
            <pc:sldMk cId="3444380230" sldId="275"/>
            <ac:picMk id="14" creationId="{C33D70E6-0A17-CC3A-08FF-26520FCAC286}"/>
          </ac:picMkLst>
        </pc:picChg>
      </pc:sldChg>
      <pc:sldChg chg="addSp delSp modSp add del mod">
        <pc:chgData name="Syeda Laiba Rehman" userId="ed2ef9165793406c" providerId="LiveId" clId="{6117D078-8D2B-4C93-8D04-F39304D75E1D}" dt="2025-08-18T10:57:38.495" v="720" actId="47"/>
        <pc:sldMkLst>
          <pc:docMk/>
          <pc:sldMk cId="2117572039" sldId="276"/>
        </pc:sldMkLst>
      </pc:sldChg>
      <pc:sldChg chg="addSp delSp modSp add del mod">
        <pc:chgData name="Syeda Laiba Rehman" userId="ed2ef9165793406c" providerId="LiveId" clId="{6117D078-8D2B-4C93-8D04-F39304D75E1D}" dt="2025-08-18T10:20:03.775" v="487" actId="47"/>
        <pc:sldMkLst>
          <pc:docMk/>
          <pc:sldMk cId="4195237369" sldId="277"/>
        </pc:sldMkLst>
      </pc:sldChg>
      <pc:sldChg chg="addSp delSp modSp add mod">
        <pc:chgData name="Syeda Laiba Rehman" userId="ed2ef9165793406c" providerId="LiveId" clId="{6117D078-8D2B-4C93-8D04-F39304D75E1D}" dt="2025-08-24T18:59:23.518" v="1340" actId="1035"/>
        <pc:sldMkLst>
          <pc:docMk/>
          <pc:sldMk cId="1715261109" sldId="278"/>
        </pc:sldMkLst>
        <pc:spChg chg="add mod">
          <ac:chgData name="Syeda Laiba Rehman" userId="ed2ef9165793406c" providerId="LiveId" clId="{6117D078-8D2B-4C93-8D04-F39304D75E1D}" dt="2025-08-18T17:01:48.253" v="1075" actId="313"/>
          <ac:spMkLst>
            <pc:docMk/>
            <pc:sldMk cId="1715261109" sldId="278"/>
            <ac:spMk id="2" creationId="{3ECBAC35-EB4D-E643-24C9-218FC28265B0}"/>
          </ac:spMkLst>
        </pc:spChg>
        <pc:spChg chg="add mod">
          <ac:chgData name="Syeda Laiba Rehman" userId="ed2ef9165793406c" providerId="LiveId" clId="{6117D078-8D2B-4C93-8D04-F39304D75E1D}" dt="2025-08-24T18:59:03.014" v="1338" actId="1037"/>
          <ac:spMkLst>
            <pc:docMk/>
            <pc:sldMk cId="1715261109" sldId="278"/>
            <ac:spMk id="3" creationId="{38CB5C8C-82A8-F4FE-3277-0E2C75173C2A}"/>
          </ac:spMkLst>
        </pc:spChg>
        <pc:graphicFrameChg chg="add mod">
          <ac:chgData name="Syeda Laiba Rehman" userId="ed2ef9165793406c" providerId="LiveId" clId="{6117D078-8D2B-4C93-8D04-F39304D75E1D}" dt="2025-08-18T10:19:16.316" v="479" actId="14100"/>
          <ac:graphicFrameMkLst>
            <pc:docMk/>
            <pc:sldMk cId="1715261109" sldId="278"/>
            <ac:graphicFrameMk id="9" creationId="{7616382B-D258-E908-1CC7-D45684AB7F33}"/>
          </ac:graphicFrameMkLst>
        </pc:graphicFrameChg>
        <pc:graphicFrameChg chg="add mod">
          <ac:chgData name="Syeda Laiba Rehman" userId="ed2ef9165793406c" providerId="LiveId" clId="{6117D078-8D2B-4C93-8D04-F39304D75E1D}" dt="2025-08-18T16:01:10.692" v="1036" actId="1038"/>
          <ac:graphicFrameMkLst>
            <pc:docMk/>
            <pc:sldMk cId="1715261109" sldId="278"/>
            <ac:graphicFrameMk id="10" creationId="{685950FD-8309-B1B2-2466-7B88D57DF4DD}"/>
          </ac:graphicFrameMkLst>
        </pc:graphicFrameChg>
        <pc:picChg chg="add mod">
          <ac:chgData name="Syeda Laiba Rehman" userId="ed2ef9165793406c" providerId="LiveId" clId="{6117D078-8D2B-4C93-8D04-F39304D75E1D}" dt="2025-08-18T10:19:47.581" v="486" actId="1037"/>
          <ac:picMkLst>
            <pc:docMk/>
            <pc:sldMk cId="1715261109" sldId="278"/>
            <ac:picMk id="11" creationId="{FECEF4D0-3CE4-BBFD-5CB0-7097C3563458}"/>
          </ac:picMkLst>
        </pc:picChg>
        <pc:picChg chg="add mod">
          <ac:chgData name="Syeda Laiba Rehman" userId="ed2ef9165793406c" providerId="LiveId" clId="{6117D078-8D2B-4C93-8D04-F39304D75E1D}" dt="2025-08-18T10:19:47.581" v="486" actId="1037"/>
          <ac:picMkLst>
            <pc:docMk/>
            <pc:sldMk cId="1715261109" sldId="278"/>
            <ac:picMk id="12" creationId="{E578F4C4-735F-9976-1346-6A9321F3725E}"/>
          </ac:picMkLst>
        </pc:picChg>
        <pc:picChg chg="add mod">
          <ac:chgData name="Syeda Laiba Rehman" userId="ed2ef9165793406c" providerId="LiveId" clId="{6117D078-8D2B-4C93-8D04-F39304D75E1D}" dt="2025-08-18T10:19:47.581" v="486" actId="1037"/>
          <ac:picMkLst>
            <pc:docMk/>
            <pc:sldMk cId="1715261109" sldId="278"/>
            <ac:picMk id="13" creationId="{AEF189D4-6778-C34A-BFFF-39EDB245D3A9}"/>
          </ac:picMkLst>
        </pc:picChg>
        <pc:cxnChg chg="add mod">
          <ac:chgData name="Syeda Laiba Rehman" userId="ed2ef9165793406c" providerId="LiveId" clId="{6117D078-8D2B-4C93-8D04-F39304D75E1D}" dt="2025-08-24T18:59:23.518" v="1340" actId="1035"/>
          <ac:cxnSpMkLst>
            <pc:docMk/>
            <pc:sldMk cId="1715261109" sldId="278"/>
            <ac:cxnSpMk id="8" creationId="{0F7574EC-1B99-1C3C-D82D-A3A2F9BB78F2}"/>
          </ac:cxnSpMkLst>
        </pc:cxnChg>
      </pc:sldChg>
      <pc:sldChg chg="addSp delSp modSp add mod">
        <pc:chgData name="Syeda Laiba Rehman" userId="ed2ef9165793406c" providerId="LiveId" clId="{6117D078-8D2B-4C93-8D04-F39304D75E1D}" dt="2025-08-18T16:28:24.949" v="1038" actId="14100"/>
        <pc:sldMkLst>
          <pc:docMk/>
          <pc:sldMk cId="1300514415" sldId="279"/>
        </pc:sldMkLst>
        <pc:graphicFrameChg chg="add mod modGraphic">
          <ac:chgData name="Syeda Laiba Rehman" userId="ed2ef9165793406c" providerId="LiveId" clId="{6117D078-8D2B-4C93-8D04-F39304D75E1D}" dt="2025-08-18T16:28:24.949" v="1038" actId="14100"/>
          <ac:graphicFrameMkLst>
            <pc:docMk/>
            <pc:sldMk cId="1300514415" sldId="279"/>
            <ac:graphicFrameMk id="10" creationId="{2782CABD-682B-4F6C-8625-D8E5EDCA3DA7}"/>
          </ac:graphicFrameMkLst>
        </pc:graphicFrameChg>
      </pc:sldChg>
      <pc:sldChg chg="addSp delSp modSp add del mod">
        <pc:chgData name="Syeda Laiba Rehman" userId="ed2ef9165793406c" providerId="LiveId" clId="{6117D078-8D2B-4C93-8D04-F39304D75E1D}" dt="2025-08-18T10:35:51.017" v="631" actId="47"/>
        <pc:sldMkLst>
          <pc:docMk/>
          <pc:sldMk cId="1317990801" sldId="279"/>
        </pc:sldMkLst>
      </pc:sldChg>
      <pc:sldChg chg="add del">
        <pc:chgData name="Syeda Laiba Rehman" userId="ed2ef9165793406c" providerId="LiveId" clId="{6117D078-8D2B-4C93-8D04-F39304D75E1D}" dt="2025-08-18T10:23:46.090" v="488" actId="47"/>
        <pc:sldMkLst>
          <pc:docMk/>
          <pc:sldMk cId="2402973432" sldId="279"/>
        </pc:sldMkLst>
      </pc:sldChg>
    </pc:docChg>
  </pc:docChgLst>
  <pc:docChgLst>
    <pc:chgData name="Syeda Laiba Rehman" userId="ed2ef9165793406c" providerId="Windows Live" clId="Web-{7A1AD2EA-37B3-41EF-ADB9-7EC76380E800}"/>
    <pc:docChg chg="modSld">
      <pc:chgData name="Syeda Laiba Rehman" userId="ed2ef9165793406c" providerId="Windows Live" clId="Web-{7A1AD2EA-37B3-41EF-ADB9-7EC76380E800}" dt="2025-08-18T10:08:16.945" v="0"/>
      <pc:docMkLst>
        <pc:docMk/>
      </pc:docMkLst>
      <pc:sldChg chg="delSp">
        <pc:chgData name="Syeda Laiba Rehman" userId="ed2ef9165793406c" providerId="Windows Live" clId="Web-{7A1AD2EA-37B3-41EF-ADB9-7EC76380E800}" dt="2025-08-18T10:08:16.945" v="0"/>
        <pc:sldMkLst>
          <pc:docMk/>
          <pc:sldMk cId="4195237369" sldId="27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9C9AB7-F0AB-41DA-8BD3-FE2C1D4DC65D}" type="doc">
      <dgm:prSet loTypeId="urn:microsoft.com/office/officeart/2005/8/layout/vList4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98C719-A311-4B2B-9DCB-EC4A14598632}" type="pres">
      <dgm:prSet presAssocID="{5B9C9AB7-F0AB-41DA-8BD3-FE2C1D4DC65D}" presName="linear" presStyleCnt="0">
        <dgm:presLayoutVars>
          <dgm:dir/>
          <dgm:resizeHandles val="exact"/>
        </dgm:presLayoutVars>
      </dgm:prSet>
      <dgm:spPr/>
    </dgm:pt>
  </dgm:ptLst>
  <dgm:cxnLst>
    <dgm:cxn modelId="{1DA38B5E-4891-47E3-9583-5E7C09377785}" type="presOf" srcId="{5B9C9AB7-F0AB-41DA-8BD3-FE2C1D4DC65D}" destId="{8698C719-A311-4B2B-9DCB-EC4A14598632}" srcOrd="0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8186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8186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6512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3004" y="135636"/>
            <a:ext cx="8730996" cy="2743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956" y="0"/>
            <a:ext cx="277495" cy="271780"/>
          </a:xfrm>
          <a:custGeom>
            <a:avLst/>
            <a:gdLst/>
            <a:ahLst/>
            <a:cxnLst/>
            <a:rect l="l" t="t" r="r" b="b"/>
            <a:pathLst>
              <a:path w="277495" h="271780">
                <a:moveTo>
                  <a:pt x="137160" y="135636"/>
                </a:moveTo>
                <a:lnTo>
                  <a:pt x="0" y="135636"/>
                </a:lnTo>
                <a:lnTo>
                  <a:pt x="0" y="271272"/>
                </a:lnTo>
                <a:lnTo>
                  <a:pt x="137160" y="271272"/>
                </a:lnTo>
                <a:lnTo>
                  <a:pt x="137160" y="135636"/>
                </a:lnTo>
                <a:close/>
              </a:path>
              <a:path w="277495" h="271780">
                <a:moveTo>
                  <a:pt x="277368" y="0"/>
                </a:moveTo>
                <a:lnTo>
                  <a:pt x="137160" y="0"/>
                </a:lnTo>
                <a:lnTo>
                  <a:pt x="137160" y="135636"/>
                </a:lnTo>
                <a:lnTo>
                  <a:pt x="277368" y="135636"/>
                </a:lnTo>
                <a:lnTo>
                  <a:pt x="277368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116" y="135636"/>
            <a:ext cx="140335" cy="140335"/>
          </a:xfrm>
          <a:custGeom>
            <a:avLst/>
            <a:gdLst/>
            <a:ahLst/>
            <a:cxnLst/>
            <a:rect l="l" t="t" r="r" b="b"/>
            <a:pathLst>
              <a:path w="140334" h="140335">
                <a:moveTo>
                  <a:pt x="140208" y="140208"/>
                </a:moveTo>
                <a:lnTo>
                  <a:pt x="0" y="140208"/>
                </a:lnTo>
                <a:lnTo>
                  <a:pt x="0" y="0"/>
                </a:lnTo>
                <a:lnTo>
                  <a:pt x="140208" y="0"/>
                </a:lnTo>
                <a:lnTo>
                  <a:pt x="140208" y="140208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320" y="274320"/>
            <a:ext cx="137160" cy="135890"/>
          </a:xfrm>
          <a:custGeom>
            <a:avLst/>
            <a:gdLst/>
            <a:ahLst/>
            <a:cxnLst/>
            <a:rect l="l" t="t" r="r" b="b"/>
            <a:pathLst>
              <a:path w="137159" h="135890">
                <a:moveTo>
                  <a:pt x="0" y="135635"/>
                </a:moveTo>
                <a:lnTo>
                  <a:pt x="137160" y="135635"/>
                </a:lnTo>
                <a:lnTo>
                  <a:pt x="137160" y="0"/>
                </a:lnTo>
                <a:lnTo>
                  <a:pt x="0" y="0"/>
                </a:lnTo>
                <a:lnTo>
                  <a:pt x="0" y="135635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063" y="137160"/>
            <a:ext cx="142240" cy="137160"/>
          </a:xfrm>
          <a:custGeom>
            <a:avLst/>
            <a:gdLst/>
            <a:ahLst/>
            <a:cxnLst/>
            <a:rect l="l" t="t" r="r" b="b"/>
            <a:pathLst>
              <a:path w="142240" h="137160">
                <a:moveTo>
                  <a:pt x="141732" y="137160"/>
                </a:moveTo>
                <a:lnTo>
                  <a:pt x="0" y="137160"/>
                </a:lnTo>
                <a:lnTo>
                  <a:pt x="0" y="0"/>
                </a:lnTo>
                <a:lnTo>
                  <a:pt x="141732" y="0"/>
                </a:lnTo>
                <a:lnTo>
                  <a:pt x="141732" y="137160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320" y="271271"/>
            <a:ext cx="273050" cy="274320"/>
          </a:xfrm>
          <a:custGeom>
            <a:avLst/>
            <a:gdLst/>
            <a:ahLst/>
            <a:cxnLst/>
            <a:rect l="l" t="t" r="r" b="b"/>
            <a:pathLst>
              <a:path w="273050" h="274320">
                <a:moveTo>
                  <a:pt x="272796" y="0"/>
                </a:moveTo>
                <a:lnTo>
                  <a:pt x="135636" y="0"/>
                </a:lnTo>
                <a:lnTo>
                  <a:pt x="135636" y="138684"/>
                </a:lnTo>
                <a:lnTo>
                  <a:pt x="0" y="138684"/>
                </a:lnTo>
                <a:lnTo>
                  <a:pt x="0" y="274320"/>
                </a:lnTo>
                <a:lnTo>
                  <a:pt x="137160" y="274320"/>
                </a:lnTo>
                <a:lnTo>
                  <a:pt x="137160" y="138684"/>
                </a:lnTo>
                <a:lnTo>
                  <a:pt x="272796" y="138684"/>
                </a:lnTo>
                <a:lnTo>
                  <a:pt x="272796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800" y="5943600"/>
            <a:ext cx="2514600" cy="8382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322" y="141655"/>
            <a:ext cx="4368800" cy="653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98675" y="3125470"/>
            <a:ext cx="4946015" cy="2204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81866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412480" y="6467306"/>
            <a:ext cx="23304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ja.2018.09.006" TargetMode="External"/><Relationship Id="rId7" Type="http://schemas.openxmlformats.org/officeDocument/2006/relationships/hyperlink" Target="https://doi.org/10.1007/s13593-016-0364-z" TargetMode="External"/><Relationship Id="rId2" Type="http://schemas.openxmlformats.org/officeDocument/2006/relationships/hyperlink" Target="https://doi.org/10.1016/j.rse.2018.02.045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3031/2013.12541" TargetMode="External"/><Relationship Id="rId5" Type="http://schemas.openxmlformats.org/officeDocument/2006/relationships/hyperlink" Target="https://doi.org/10.1088/1748-9326/aae159" TargetMode="External"/><Relationship Id="rId4" Type="http://schemas.openxmlformats.org/officeDocument/2006/relationships/hyperlink" Target="https://doi.org/10.1016/j.compag.2018.05.012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agronomy9020072" TargetMode="External"/><Relationship Id="rId7" Type="http://schemas.openxmlformats.org/officeDocument/2006/relationships/hyperlink" Target="https://doi.org/10.1111/gcb.14885" TargetMode="External"/><Relationship Id="rId2" Type="http://schemas.openxmlformats.org/officeDocument/2006/relationships/hyperlink" Target="https://doi.org/10.4060/cb4477en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371/journal.pone.0156571" TargetMode="External"/><Relationship Id="rId5" Type="http://schemas.openxmlformats.org/officeDocument/2006/relationships/hyperlink" Target="https://doi.org/10.1007/s11119-017-9518-5" TargetMode="External"/><Relationship Id="rId4" Type="http://schemas.openxmlformats.org/officeDocument/2006/relationships/hyperlink" Target="https://doi.org/10.1007/s11119-005-2324-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89/fpls.2019.00621" TargetMode="External"/><Relationship Id="rId2" Type="http://schemas.openxmlformats.org/officeDocument/2006/relationships/hyperlink" Target="https://doi.org/10.1088/1748-9326/ab7df9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oi.org/10.1109/IGARSS.2015.7325900" TargetMode="External"/><Relationship Id="rId5" Type="http://schemas.openxmlformats.org/officeDocument/2006/relationships/hyperlink" Target="https://doi.org/10.1016/j.jag.2014.08.002" TargetMode="External"/><Relationship Id="rId4" Type="http://schemas.openxmlformats.org/officeDocument/2006/relationships/hyperlink" Target="https://doi.org/10.3389/fpls.2019.01750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1098" y="2038821"/>
            <a:ext cx="7048502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70" dirty="0">
                <a:solidFill>
                  <a:srgbClr val="92741D"/>
                </a:solidFill>
                <a:latin typeface="Georgia"/>
                <a:cs typeface="Georgia"/>
              </a:rPr>
              <a:t>Enhancing Agricultural Productivity Using Reinforcement Learning</a:t>
            </a:r>
            <a:endParaRPr sz="2800" b="1" dirty="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589" y="538591"/>
            <a:ext cx="1194815" cy="127711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609598" y="3178245"/>
            <a:ext cx="7924800" cy="2502608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spc="60" dirty="0">
                <a:solidFill>
                  <a:srgbClr val="92741D"/>
                </a:solidFill>
              </a:rPr>
              <a:t>Group</a:t>
            </a:r>
            <a:r>
              <a:rPr spc="-25" dirty="0">
                <a:solidFill>
                  <a:srgbClr val="92741D"/>
                </a:solidFill>
              </a:rPr>
              <a:t> </a:t>
            </a:r>
            <a:r>
              <a:rPr spc="45" dirty="0">
                <a:solidFill>
                  <a:srgbClr val="92741D"/>
                </a:solidFill>
              </a:rPr>
              <a:t>Members: </a:t>
            </a:r>
            <a:endParaRPr lang="en-US" spc="45" dirty="0">
              <a:solidFill>
                <a:srgbClr val="92741D"/>
              </a:solidFill>
            </a:endParaRPr>
          </a:p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lang="en-US" spc="45" dirty="0"/>
              <a:t>Amna Ramzan </a:t>
            </a:r>
            <a:r>
              <a:rPr dirty="0"/>
              <a:t>(Reg</a:t>
            </a:r>
            <a:r>
              <a:rPr lang="en-US" spc="-5" dirty="0"/>
              <a:t> </a:t>
            </a:r>
            <a:r>
              <a:rPr lang="en-US" spc="-85" dirty="0"/>
              <a:t># 77217</a:t>
            </a:r>
            <a:r>
              <a:rPr spc="-85" dirty="0"/>
              <a:t>)</a:t>
            </a:r>
            <a:endParaRPr lang="en-US" spc="-85" dirty="0"/>
          </a:p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spc="-85" dirty="0"/>
              <a:t> </a:t>
            </a:r>
            <a:r>
              <a:rPr lang="en-US" spc="45" dirty="0"/>
              <a:t>Laiba Tariq </a:t>
            </a:r>
            <a:r>
              <a:rPr dirty="0"/>
              <a:t>(Reg</a:t>
            </a:r>
            <a:r>
              <a:rPr spc="-5" dirty="0"/>
              <a:t> </a:t>
            </a:r>
            <a:r>
              <a:rPr spc="-85" dirty="0"/>
              <a:t>#</a:t>
            </a:r>
            <a:r>
              <a:rPr lang="en-US" spc="-85" dirty="0"/>
              <a:t> 77220</a:t>
            </a:r>
            <a:r>
              <a:rPr spc="-85" dirty="0"/>
              <a:t>)</a:t>
            </a:r>
            <a:endParaRPr lang="en-US" spc="-85" dirty="0"/>
          </a:p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lang="en-US" spc="-85" dirty="0"/>
              <a:t>Syeda Laiba Rehman (</a:t>
            </a:r>
            <a:r>
              <a:rPr lang="en-US" dirty="0"/>
              <a:t>Reg</a:t>
            </a:r>
            <a:r>
              <a:rPr lang="en-US" spc="-5" dirty="0"/>
              <a:t> </a:t>
            </a:r>
            <a:r>
              <a:rPr lang="en-US" spc="-85" dirty="0"/>
              <a:t># 77238)</a:t>
            </a:r>
            <a:endParaRPr lang="en-US" sz="1050" spc="-85" dirty="0"/>
          </a:p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spc="45" dirty="0">
                <a:solidFill>
                  <a:srgbClr val="92741D"/>
                </a:solidFill>
              </a:rPr>
              <a:t>Supervisor</a:t>
            </a:r>
            <a:r>
              <a:rPr lang="en-US" spc="45" dirty="0">
                <a:solidFill>
                  <a:srgbClr val="92741D"/>
                </a:solidFill>
              </a:rPr>
              <a:t>: </a:t>
            </a:r>
          </a:p>
          <a:p>
            <a:pPr marL="1216660" marR="1209675" indent="1270" algn="ctr">
              <a:lnSpc>
                <a:spcPts val="1880"/>
              </a:lnSpc>
              <a:spcBef>
                <a:spcPts val="395"/>
              </a:spcBef>
            </a:pPr>
            <a:r>
              <a:rPr lang="en-US" spc="-25" dirty="0"/>
              <a:t>Mr. M </a:t>
            </a:r>
            <a:r>
              <a:rPr lang="en-US" spc="70" dirty="0"/>
              <a:t>Shahid Khan</a:t>
            </a:r>
            <a:endParaRPr lang="en-US" spc="50" dirty="0"/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pc="50" dirty="0"/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spc="60" dirty="0"/>
              <a:t>Computer</a:t>
            </a:r>
            <a:r>
              <a:rPr spc="-30" dirty="0"/>
              <a:t> </a:t>
            </a:r>
            <a:r>
              <a:rPr spc="55" dirty="0"/>
              <a:t>Science</a:t>
            </a:r>
            <a:r>
              <a:rPr spc="-30" dirty="0"/>
              <a:t> </a:t>
            </a:r>
            <a:r>
              <a:rPr spc="50" dirty="0"/>
              <a:t>Department</a:t>
            </a:r>
          </a:p>
        </p:txBody>
      </p:sp>
      <p:sp>
        <p:nvSpPr>
          <p:cNvPr id="6" name="object 6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0137" y="466572"/>
            <a:ext cx="1947481" cy="4068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1411592"/>
            <a:ext cx="201409" cy="2180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3757" y="1355623"/>
            <a:ext cx="1601736" cy="28035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928" y="1805927"/>
            <a:ext cx="201409" cy="21803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7648" y="1749958"/>
            <a:ext cx="1641081" cy="34091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2209800"/>
            <a:ext cx="201409" cy="21803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8842" y="2209800"/>
            <a:ext cx="2641663" cy="2842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2680590"/>
            <a:ext cx="201409" cy="218033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9025" y="2620900"/>
            <a:ext cx="2786735" cy="34463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3074925"/>
            <a:ext cx="201409" cy="218033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3469260"/>
            <a:ext cx="201409" cy="21803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97648" y="3101974"/>
            <a:ext cx="3389490" cy="34463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928" y="3896767"/>
            <a:ext cx="201409" cy="21803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4928" y="4353967"/>
            <a:ext cx="201409" cy="21803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24928" y="4906569"/>
            <a:ext cx="201409" cy="218033"/>
          </a:xfrm>
          <a:prstGeom prst="rect">
            <a:avLst/>
          </a:prstGeom>
        </p:spPr>
      </p:pic>
      <p:grpSp>
        <p:nvGrpSpPr>
          <p:cNvPr id="24" name="object 24"/>
          <p:cNvGrpSpPr/>
          <p:nvPr/>
        </p:nvGrpSpPr>
        <p:grpSpPr>
          <a:xfrm>
            <a:off x="1270" y="0"/>
            <a:ext cx="9142730" cy="7006641"/>
            <a:chOff x="761" y="761"/>
            <a:chExt cx="9142730" cy="6856730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9286" y="4724400"/>
              <a:ext cx="1581797" cy="28407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61" y="761"/>
              <a:ext cx="9142730" cy="6856730"/>
            </a:xfrm>
            <a:custGeom>
              <a:avLst/>
              <a:gdLst/>
              <a:ahLst/>
              <a:cxnLst/>
              <a:rect l="l" t="t" r="r" b="b"/>
              <a:pathLst>
                <a:path w="9142730" h="6856730">
                  <a:moveTo>
                    <a:pt x="0" y="0"/>
                  </a:moveTo>
                  <a:lnTo>
                    <a:pt x="9142476" y="0"/>
                  </a:lnTo>
                  <a:lnTo>
                    <a:pt x="9142476" y="6856476"/>
                  </a:lnTo>
                  <a:lnTo>
                    <a:pt x="0" y="685647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TextBox 6"/>
          <p:cNvSpPr txBox="1"/>
          <p:nvPr/>
        </p:nvSpPr>
        <p:spPr>
          <a:xfrm>
            <a:off x="1026613" y="3456796"/>
            <a:ext cx="31019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 Flow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385" y="3864533"/>
            <a:ext cx="24161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157" y="4272938"/>
            <a:ext cx="20265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270" y="1270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7CAE9-68AB-D428-7E9D-AD62AB16C9D5}"/>
              </a:ext>
            </a:extLst>
          </p:cNvPr>
          <p:cNvSpPr txBox="1"/>
          <p:nvPr/>
        </p:nvSpPr>
        <p:spPr>
          <a:xfrm>
            <a:off x="2245910" y="329131"/>
            <a:ext cx="38901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INTRODUCTION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304800" y="1036018"/>
            <a:ext cx="7772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1568" y="1614837"/>
            <a:ext cx="437903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🌾</a:t>
            </a:r>
            <a:r>
              <a:rPr lang="en-US" dirty="0"/>
              <a:t> Pakistan lacks accurate crop-yield prediction tools</a:t>
            </a:r>
          </a:p>
          <a:p>
            <a:r>
              <a:rPr lang="en-US" dirty="0">
                <a:solidFill>
                  <a:srgbClr val="FF0000"/>
                </a:solidFill>
              </a:rPr>
              <a:t>📉</a:t>
            </a:r>
            <a:r>
              <a:rPr lang="en-US" dirty="0"/>
              <a:t> Farmers struggle with data-driven field decisions</a:t>
            </a:r>
          </a:p>
          <a:p>
            <a:r>
              <a:rPr lang="en-US" dirty="0">
                <a:solidFill>
                  <a:srgbClr val="0070C0"/>
                </a:solidFill>
              </a:rPr>
              <a:t>🤖</a:t>
            </a:r>
            <a:r>
              <a:rPr lang="en-US" dirty="0"/>
              <a:t> Proposed: Hybrid Reinforcement–Supervised Learning (HRSL)</a:t>
            </a:r>
          </a:p>
          <a:p>
            <a:r>
              <a:rPr lang="en-US" dirty="0">
                <a:solidFill>
                  <a:srgbClr val="00B050"/>
                </a:solidFill>
              </a:rPr>
              <a:t>📊</a:t>
            </a:r>
            <a:r>
              <a:rPr lang="en-US" dirty="0"/>
              <a:t> Supervised ML → Predicts yield from historical data</a:t>
            </a:r>
          </a:p>
          <a:p>
            <a:r>
              <a:rPr lang="en-US" dirty="0">
                <a:solidFill>
                  <a:srgbClr val="0070C0"/>
                </a:solidFill>
              </a:rPr>
              <a:t>🛰️ </a:t>
            </a:r>
            <a:r>
              <a:rPr lang="en-US" dirty="0"/>
              <a:t>RL + CNN → Uses satellite images for optimized decisions</a:t>
            </a:r>
          </a:p>
          <a:p>
            <a:r>
              <a:rPr lang="en-US" dirty="0">
                <a:solidFill>
                  <a:srgbClr val="0070C0"/>
                </a:solidFill>
              </a:rPr>
              <a:t>🚀</a:t>
            </a:r>
            <a:r>
              <a:rPr lang="en-US" dirty="0"/>
              <a:t> Improves yield forecasting, resources, and profitability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0" y="2209800"/>
            <a:ext cx="3692525" cy="297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652" y="1497905"/>
            <a:ext cx="3349844" cy="33498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" y="760"/>
            <a:ext cx="9142730" cy="58666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object 4"/>
          <p:cNvSpPr/>
          <p:nvPr/>
        </p:nvSpPr>
        <p:spPr>
          <a:xfrm>
            <a:off x="1270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Rectangle 2"/>
          <p:cNvSpPr/>
          <p:nvPr/>
        </p:nvSpPr>
        <p:spPr>
          <a:xfrm>
            <a:off x="1270" y="759"/>
            <a:ext cx="9142730" cy="5942839"/>
          </a:xfrm>
          <a:prstGeom prst="rect">
            <a:avLst/>
          </a:prstGeom>
          <a:solidFill>
            <a:schemeClr val="bg1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3A203-B853-B269-BF8A-E3DAB1B3E350}"/>
              </a:ext>
            </a:extLst>
          </p:cNvPr>
          <p:cNvSpPr txBox="1"/>
          <p:nvPr/>
        </p:nvSpPr>
        <p:spPr>
          <a:xfrm>
            <a:off x="1934261" y="228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BACKGROUND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3AF1D5A-A0B4-7EC5-7B18-9536C7DB4593}"/>
              </a:ext>
            </a:extLst>
          </p:cNvPr>
          <p:cNvCxnSpPr/>
          <p:nvPr/>
        </p:nvCxnSpPr>
        <p:spPr>
          <a:xfrm>
            <a:off x="381000" y="914400"/>
            <a:ext cx="82881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04800" y="1121325"/>
            <a:ext cx="381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TRADITIONAL FARMING ISSUES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Experience-based decisions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No Satellite insights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Low prediction accuracy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410835" y="2863393"/>
            <a:ext cx="3733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b="1" u="sng" dirty="0"/>
          </a:p>
          <a:p>
            <a:pPr algn="ctr"/>
            <a:r>
              <a:rPr lang="en-US" b="1" u="sng" dirty="0"/>
              <a:t>MODERN AI BENEFITS</a:t>
            </a:r>
          </a:p>
          <a:p>
            <a:endParaRPr lang="en-US" b="1" u="sng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ML improves forecasting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CNN reads satellite images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RL optimizes  decisions</a:t>
            </a:r>
          </a:p>
        </p:txBody>
      </p:sp>
      <p:sp>
        <p:nvSpPr>
          <p:cNvPr id="22" name="Oval 21"/>
          <p:cNvSpPr/>
          <p:nvPr/>
        </p:nvSpPr>
        <p:spPr>
          <a:xfrm>
            <a:off x="838200" y="3505199"/>
            <a:ext cx="3084512" cy="2237455"/>
          </a:xfrm>
          <a:prstGeom prst="ellipse">
            <a:avLst/>
          </a:prstGeom>
          <a:blipFill>
            <a:blip r:embed="rId3">
              <a:alphaModFix amt="61000"/>
            </a:blip>
            <a:stretch>
              <a:fillRect r="-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5444490" y="1013999"/>
            <a:ext cx="3084512" cy="2034002"/>
          </a:xfrm>
          <a:prstGeom prst="ellipse">
            <a:avLst/>
          </a:prstGeom>
          <a:blipFill>
            <a:blip r:embed="rId4">
              <a:alphaModFix amt="61000"/>
            </a:blip>
            <a:stretch>
              <a:fillRect r="-1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C69F20-242F-6F2D-471B-76EB980C0180}"/>
              </a:ext>
            </a:extLst>
          </p:cNvPr>
          <p:cNvSpPr txBox="1"/>
          <p:nvPr/>
        </p:nvSpPr>
        <p:spPr>
          <a:xfrm>
            <a:off x="1803641" y="216085"/>
            <a:ext cx="5409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PROBLEM STATEMENT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EE9C663-8C35-47C6-FC1A-512491879667}"/>
              </a:ext>
            </a:extLst>
          </p:cNvPr>
          <p:cNvCxnSpPr/>
          <p:nvPr/>
        </p:nvCxnSpPr>
        <p:spPr>
          <a:xfrm>
            <a:off x="381000" y="914400"/>
            <a:ext cx="82881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844E38-C81A-8EB9-4FDA-36A12BA0FCEA}"/>
              </a:ext>
            </a:extLst>
          </p:cNvPr>
          <p:cNvGrpSpPr/>
          <p:nvPr/>
        </p:nvGrpSpPr>
        <p:grpSpPr>
          <a:xfrm>
            <a:off x="393783" y="1267859"/>
            <a:ext cx="8275339" cy="4322534"/>
            <a:chOff x="299402" y="1509861"/>
            <a:chExt cx="8275339" cy="432253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9D5494B-2D34-CE0C-ABAC-913C2906A000}"/>
                </a:ext>
              </a:extLst>
            </p:cNvPr>
            <p:cNvGrpSpPr/>
            <p:nvPr/>
          </p:nvGrpSpPr>
          <p:grpSpPr>
            <a:xfrm>
              <a:off x="299402" y="1509861"/>
              <a:ext cx="8229600" cy="1586538"/>
              <a:chOff x="381000" y="2069068"/>
              <a:chExt cx="8229600" cy="1586538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AA904A0-BA8C-98E4-E3A3-E7B46B9F3320}"/>
                  </a:ext>
                </a:extLst>
              </p:cNvPr>
              <p:cNvSpPr txBox="1"/>
              <p:nvPr/>
            </p:nvSpPr>
            <p:spPr>
              <a:xfrm>
                <a:off x="381000" y="2069068"/>
                <a:ext cx="4038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     Problem:</a:t>
                </a:r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2E77FCB-C620-4D82-3983-777943C93656}"/>
                  </a:ext>
                </a:extLst>
              </p:cNvPr>
              <p:cNvSpPr txBox="1"/>
              <p:nvPr/>
            </p:nvSpPr>
            <p:spPr>
              <a:xfrm>
                <a:off x="381000" y="2455277"/>
                <a:ext cx="8229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Farmers rely on experience-based decisions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Lack of accurate yield prediction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No integration of satellite imagery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Inefficient use of fertilizers, water, and resources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0F0B317-09D3-C959-206C-D78848DBBBC1}"/>
                </a:ext>
              </a:extLst>
            </p:cNvPr>
            <p:cNvGrpSpPr/>
            <p:nvPr/>
          </p:nvGrpSpPr>
          <p:grpSpPr>
            <a:xfrm>
              <a:off x="299402" y="3379113"/>
              <a:ext cx="8275339" cy="2453282"/>
              <a:chOff x="335261" y="3395246"/>
              <a:chExt cx="8275339" cy="245328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107813-2BD3-0D71-BA91-57A7096E9D13}"/>
                  </a:ext>
                </a:extLst>
              </p:cNvPr>
              <p:cNvSpPr txBox="1"/>
              <p:nvPr/>
            </p:nvSpPr>
            <p:spPr>
              <a:xfrm>
                <a:off x="335261" y="3395246"/>
                <a:ext cx="4038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/>
                  <a:t>     Solution: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F88002-F23E-D24D-01CE-9DD1F95CC479}"/>
                  </a:ext>
                </a:extLst>
              </p:cNvPr>
              <p:cNvSpPr txBox="1"/>
              <p:nvPr/>
            </p:nvSpPr>
            <p:spPr>
              <a:xfrm>
                <a:off x="381000" y="3817203"/>
                <a:ext cx="82296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Build an accurate ML-based crop yield prediction model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Integrate Reinforcement Learning + agronomic rules for phase-wise optimization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Use satellite imagery + CNN for data-driven field insights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Provide resource recommendations per crop stage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Include cost–benefit optimization for practical profitability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dirty="0"/>
                  <a:t>Design a scalable HRSL system tailored to Pakistan’s agriculture sector</a:t>
                </a:r>
              </a:p>
            </p:txBody>
          </p:sp>
        </p:grp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6C846FFD-121C-00B3-7364-6F28C536D6C2}"/>
              </a:ext>
            </a:extLst>
          </p:cNvPr>
          <p:cNvSpPr/>
          <p:nvPr/>
        </p:nvSpPr>
        <p:spPr>
          <a:xfrm>
            <a:off x="393895" y="1310776"/>
            <a:ext cx="304800" cy="318939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802AB0-13AA-EF89-3FA4-501DC5F90A8E}"/>
              </a:ext>
            </a:extLst>
          </p:cNvPr>
          <p:cNvSpPr/>
          <p:nvPr/>
        </p:nvSpPr>
        <p:spPr>
          <a:xfrm>
            <a:off x="398491" y="3193084"/>
            <a:ext cx="304800" cy="31893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4E93-1EC3-B157-F164-2CE3E068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6402F801-E74D-344A-0018-9EB4A4103CA5}"/>
              </a:ext>
            </a:extLst>
          </p:cNvPr>
          <p:cNvSpPr/>
          <p:nvPr/>
        </p:nvSpPr>
        <p:spPr>
          <a:xfrm>
            <a:off x="0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B220690-31EA-641D-FB9D-792B87BF778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B3890-6A57-5B80-6980-36F1EB77150F}"/>
              </a:ext>
            </a:extLst>
          </p:cNvPr>
          <p:cNvSpPr txBox="1"/>
          <p:nvPr/>
        </p:nvSpPr>
        <p:spPr>
          <a:xfrm>
            <a:off x="2286000" y="237666"/>
            <a:ext cx="487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SCOPE OF PROJECT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1E4BD67-9A90-21CB-ADA9-80727ED9EB5C}"/>
              </a:ext>
            </a:extLst>
          </p:cNvPr>
          <p:cNvCxnSpPr/>
          <p:nvPr/>
        </p:nvCxnSpPr>
        <p:spPr>
          <a:xfrm>
            <a:off x="381000" y="914400"/>
            <a:ext cx="82881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ACC5CB-65C1-5383-22C8-6B8C05D417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6936409"/>
              </p:ext>
            </p:extLst>
          </p:nvPr>
        </p:nvGraphicFramePr>
        <p:xfrm>
          <a:off x="381000" y="964261"/>
          <a:ext cx="8264525" cy="47507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/>
          <p:cNvSpPr/>
          <p:nvPr/>
        </p:nvSpPr>
        <p:spPr>
          <a:xfrm>
            <a:off x="264795" y="1174322"/>
            <a:ext cx="2895600" cy="45406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76600" y="1174321"/>
            <a:ext cx="2895600" cy="448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256361" y="1174321"/>
            <a:ext cx="2778125" cy="44884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64795" y="1676400"/>
            <a:ext cx="289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SUPERVISED LEARNING</a:t>
            </a:r>
          </a:p>
          <a:p>
            <a:pPr algn="ctr"/>
            <a:endParaRPr lang="en-US" b="1" u="sng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3029 records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 err="1"/>
              <a:t>LightGBM</a:t>
            </a:r>
            <a:r>
              <a:rPr lang="en-US" dirty="0"/>
              <a:t> best model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High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6600" y="1676400"/>
            <a:ext cx="289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REINFORCEMENT LEARNING</a:t>
            </a:r>
          </a:p>
          <a:p>
            <a:pPr algn="ctr"/>
            <a:endParaRPr lang="en-US" b="1" u="sng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2,000+ satellite images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PPO + CNN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Phase-wise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6362" y="1692420"/>
            <a:ext cx="27781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FINANCIAL</a:t>
            </a:r>
          </a:p>
          <a:p>
            <a:pPr algn="ctr"/>
            <a:r>
              <a:rPr lang="en-US" b="1" u="sng" dirty="0"/>
              <a:t> MODELING</a:t>
            </a:r>
          </a:p>
          <a:p>
            <a:pPr algn="ctr"/>
            <a:endParaRPr lang="en-US" b="1" u="sng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Pakistan specific costs</a:t>
            </a:r>
          </a:p>
          <a:p>
            <a:pPr algn="ctr"/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Profitability Calculation</a:t>
            </a:r>
          </a:p>
          <a:p>
            <a:pPr marL="285750" indent="-285750" algn="ctr">
              <a:buFont typeface="Wingdings" panose="05000000000000000000" pitchFamily="2" charset="2"/>
              <a:buChar char="ü"/>
            </a:pPr>
            <a:endParaRPr lang="en-US" dirty="0"/>
          </a:p>
          <a:p>
            <a:pPr marL="285750" indent="-285750" algn="ctr">
              <a:buFont typeface="Wingdings" panose="05000000000000000000" pitchFamily="2" charset="2"/>
              <a:buChar char="ü"/>
            </a:pPr>
            <a:r>
              <a:rPr lang="en-US" dirty="0"/>
              <a:t>Sustainable decisions</a:t>
            </a:r>
          </a:p>
        </p:txBody>
      </p:sp>
      <p:sp>
        <p:nvSpPr>
          <p:cNvPr id="14" name="Oval 13"/>
          <p:cNvSpPr/>
          <p:nvPr/>
        </p:nvSpPr>
        <p:spPr>
          <a:xfrm>
            <a:off x="694958" y="2438400"/>
            <a:ext cx="2017395" cy="1371600"/>
          </a:xfrm>
          <a:prstGeom prst="ellipse">
            <a:avLst/>
          </a:prstGeom>
          <a:blipFill dpi="0" rotWithShape="1">
            <a:blip r:embed="rId7"/>
            <a:srcRect/>
            <a:stretch>
              <a:fillRect t="13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614078" y="2438400"/>
            <a:ext cx="2017395" cy="1371600"/>
          </a:xfrm>
          <a:prstGeom prst="ellipse">
            <a:avLst/>
          </a:prstGeom>
          <a:blipFill dpi="0" rotWithShape="1">
            <a:blip r:embed="rId8"/>
            <a:srcRect/>
            <a:stretch>
              <a:fillRect b="3000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6533198" y="2438400"/>
            <a:ext cx="2017395" cy="1371600"/>
          </a:xfrm>
          <a:prstGeom prst="ellipse">
            <a:avLst/>
          </a:prstGeom>
          <a:blipFill dpi="0" rotWithShape="1">
            <a:blip r:embed="rId9"/>
            <a:srcRect/>
            <a:stretch>
              <a:fillRect r="8000"/>
            </a:stretch>
          </a:blipFill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3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270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A23AA5-A247-7867-DE47-2835D8755D27}"/>
              </a:ext>
            </a:extLst>
          </p:cNvPr>
          <p:cNvSpPr txBox="1"/>
          <p:nvPr/>
        </p:nvSpPr>
        <p:spPr>
          <a:xfrm>
            <a:off x="791261" y="2286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METHODOLOGY / FRAMEWORK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E41A25-874F-C91D-D4DD-3066EF18A5D8}"/>
              </a:ext>
            </a:extLst>
          </p:cNvPr>
          <p:cNvCxnSpPr/>
          <p:nvPr/>
        </p:nvCxnSpPr>
        <p:spPr>
          <a:xfrm>
            <a:off x="381000" y="914400"/>
            <a:ext cx="82881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B7995AA-4F71-376F-3175-7DD19744F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" y="1013107"/>
            <a:ext cx="7543800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2901E-AB1F-2219-C6AB-D35393B26441}"/>
              </a:ext>
            </a:extLst>
          </p:cNvPr>
          <p:cNvSpPr txBox="1"/>
          <p:nvPr/>
        </p:nvSpPr>
        <p:spPr>
          <a:xfrm>
            <a:off x="1981326" y="2286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PROJECT DIAGRAM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B54F01-8C4E-6292-FAF0-02F42271BB17}"/>
              </a:ext>
            </a:extLst>
          </p:cNvPr>
          <p:cNvCxnSpPr/>
          <p:nvPr/>
        </p:nvCxnSpPr>
        <p:spPr>
          <a:xfrm>
            <a:off x="381000" y="914400"/>
            <a:ext cx="828812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14DB8FB9-7794-90B2-B528-CD4026271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711" y="951939"/>
            <a:ext cx="5600700" cy="53272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381000"/>
            <a:ext cx="563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WORKFLOW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C5D39-67ED-720D-9512-1490EBE276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35501"/>
            <a:ext cx="9144000" cy="38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32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4E33D08-F6AA-04D1-C510-3482A721D982}"/>
              </a:ext>
            </a:extLst>
          </p:cNvPr>
          <p:cNvSpPr txBox="1">
            <a:spLocks/>
          </p:cNvSpPr>
          <p:nvPr/>
        </p:nvSpPr>
        <p:spPr>
          <a:xfrm>
            <a:off x="647700" y="857693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Signup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C2F978-8FDC-5F51-DA1F-9067E077F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1" y="1255209"/>
            <a:ext cx="4143590" cy="45027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07053E-BD86-8323-E556-D18AA3BA21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4"/>
          <a:stretch>
            <a:fillRect/>
          </a:stretch>
        </p:blipFill>
        <p:spPr>
          <a:xfrm>
            <a:off x="4619410" y="1255209"/>
            <a:ext cx="4143590" cy="461219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2F5DCE7-62C2-6E3D-BD4B-F5D7BF7A69EB}"/>
              </a:ext>
            </a:extLst>
          </p:cNvPr>
          <p:cNvSpPr txBox="1">
            <a:spLocks/>
          </p:cNvSpPr>
          <p:nvPr/>
        </p:nvSpPr>
        <p:spPr>
          <a:xfrm>
            <a:off x="5410200" y="838200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Login Page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240FF4-5666-0576-5FB2-4F6DF3FEDAA4}"/>
              </a:ext>
            </a:extLst>
          </p:cNvPr>
          <p:cNvSpPr txBox="1">
            <a:spLocks/>
          </p:cNvSpPr>
          <p:nvPr/>
        </p:nvSpPr>
        <p:spPr>
          <a:xfrm>
            <a:off x="3172380" y="144844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949224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05C9-AF42-F20A-E2E0-465B5416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EBD4AF2-552A-95C4-18B1-478C2B79240B}"/>
              </a:ext>
            </a:extLst>
          </p:cNvPr>
          <p:cNvSpPr txBox="1">
            <a:spLocks/>
          </p:cNvSpPr>
          <p:nvPr/>
        </p:nvSpPr>
        <p:spPr>
          <a:xfrm>
            <a:off x="3276600" y="958929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Home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2AA6BD-4967-654E-0547-BD71C6A32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521"/>
            <a:ext cx="9144000" cy="432147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EAC8D60-D422-BB0C-D046-23CFA2CF19B2}"/>
              </a:ext>
            </a:extLst>
          </p:cNvPr>
          <p:cNvSpPr txBox="1">
            <a:spLocks/>
          </p:cNvSpPr>
          <p:nvPr/>
        </p:nvSpPr>
        <p:spPr>
          <a:xfrm>
            <a:off x="3172380" y="15240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3837250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27AA-AA1F-4EED-C547-1A1107D0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61377FA-2046-5998-06ED-FC44CC7F1393}"/>
              </a:ext>
            </a:extLst>
          </p:cNvPr>
          <p:cNvSpPr txBox="1">
            <a:spLocks/>
          </p:cNvSpPr>
          <p:nvPr/>
        </p:nvSpPr>
        <p:spPr>
          <a:xfrm>
            <a:off x="3276600" y="958929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Trends Page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7D16FE-3D99-3879-F93B-319444C5B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768"/>
            <a:ext cx="9144000" cy="430846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0902500-DB93-0558-8A96-352E84C2CA1F}"/>
              </a:ext>
            </a:extLst>
          </p:cNvPr>
          <p:cNvSpPr txBox="1">
            <a:spLocks/>
          </p:cNvSpPr>
          <p:nvPr/>
        </p:nvSpPr>
        <p:spPr>
          <a:xfrm>
            <a:off x="3172380" y="14871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162210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6AD64-6B10-EBA9-EE02-49684F4F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A27B931-5154-D3DD-8B8C-0C4A82F9F485}"/>
              </a:ext>
            </a:extLst>
          </p:cNvPr>
          <p:cNvSpPr txBox="1">
            <a:spLocks/>
          </p:cNvSpPr>
          <p:nvPr/>
        </p:nvSpPr>
        <p:spPr>
          <a:xfrm>
            <a:off x="3276600" y="958929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Trends Page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3490E5-0715-09D5-65E8-15AD1D712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8664"/>
            <a:ext cx="9144000" cy="440067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58EE3D-63AF-8251-A503-92A943A5DC78}"/>
              </a:ext>
            </a:extLst>
          </p:cNvPr>
          <p:cNvSpPr txBox="1">
            <a:spLocks/>
          </p:cNvSpPr>
          <p:nvPr/>
        </p:nvSpPr>
        <p:spPr>
          <a:xfrm>
            <a:off x="3172380" y="15240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98384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8942-E672-6A21-8F06-62F2FE26D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8B82FEE-A22E-A523-596D-10280AE2F33D}"/>
              </a:ext>
            </a:extLst>
          </p:cNvPr>
          <p:cNvSpPr txBox="1">
            <a:spLocks/>
          </p:cNvSpPr>
          <p:nvPr/>
        </p:nvSpPr>
        <p:spPr>
          <a:xfrm>
            <a:off x="3276600" y="958929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Trends Page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C74D9-5052-D7F1-075C-9402DE13E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476"/>
            <a:ext cx="9144000" cy="43510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9F6AD68-8312-BFB5-D411-365A5A8FA2C1}"/>
              </a:ext>
            </a:extLst>
          </p:cNvPr>
          <p:cNvSpPr txBox="1">
            <a:spLocks/>
          </p:cNvSpPr>
          <p:nvPr/>
        </p:nvSpPr>
        <p:spPr>
          <a:xfrm>
            <a:off x="3172380" y="15240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4144040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77834-5171-34D4-4E28-2164E2923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A096882-D956-32C0-AC36-ECCD26ADE905}"/>
              </a:ext>
            </a:extLst>
          </p:cNvPr>
          <p:cNvSpPr txBox="1">
            <a:spLocks/>
          </p:cNvSpPr>
          <p:nvPr/>
        </p:nvSpPr>
        <p:spPr>
          <a:xfrm>
            <a:off x="3276600" y="958929"/>
            <a:ext cx="25908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Trends Page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4DD663-CB86-87B4-077D-EABB524E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3315"/>
            <a:ext cx="9144000" cy="431136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226A2A5-8B4D-CB01-7EF6-5EF37982BE3F}"/>
              </a:ext>
            </a:extLst>
          </p:cNvPr>
          <p:cNvSpPr txBox="1">
            <a:spLocks/>
          </p:cNvSpPr>
          <p:nvPr/>
        </p:nvSpPr>
        <p:spPr>
          <a:xfrm>
            <a:off x="3172380" y="124628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85961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708DC-BD5C-F84A-CB4A-EC137FCD8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9985822-A67B-F50C-0B15-AA6C71C0D6BE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Enhancement Page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DC2DD-85F9-EF9E-2CF5-3BD605171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0190"/>
            <a:ext cx="9144000" cy="381762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169D267-FD7D-062D-690F-1630AB388A91}"/>
              </a:ext>
            </a:extLst>
          </p:cNvPr>
          <p:cNvSpPr txBox="1">
            <a:spLocks/>
          </p:cNvSpPr>
          <p:nvPr/>
        </p:nvSpPr>
        <p:spPr>
          <a:xfrm>
            <a:off x="3172380" y="16837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75898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00BE6-4B4E-A80A-48F3-6D69FA7C8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92CB362-620C-8330-4A50-732E12A27F52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Enhancement Page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A27CE7-EDC3-9F82-6846-582288DA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5907"/>
            <a:ext cx="9144000" cy="37661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B9834DD-4CF1-27F3-13BA-53CADDD4EF11}"/>
              </a:ext>
            </a:extLst>
          </p:cNvPr>
          <p:cNvSpPr txBox="1">
            <a:spLocks/>
          </p:cNvSpPr>
          <p:nvPr/>
        </p:nvSpPr>
        <p:spPr>
          <a:xfrm>
            <a:off x="3210480" y="160374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1221049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9D8FE-6934-6937-7305-BB915EF19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F43D1B2-53E0-0FF7-5901-BB5C4F544E45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Enhancement Page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22318D-3126-B6F7-F20A-7EDFD6643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4477"/>
            <a:ext cx="9144000" cy="378904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4462286-8E2F-F3A3-9892-E67F5059AF0E}"/>
              </a:ext>
            </a:extLst>
          </p:cNvPr>
          <p:cNvSpPr txBox="1">
            <a:spLocks/>
          </p:cNvSpPr>
          <p:nvPr/>
        </p:nvSpPr>
        <p:spPr>
          <a:xfrm>
            <a:off x="3210480" y="171804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1133054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0D30C-C0D2-82C7-EF34-FE56E230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5208EEE-CC1A-5630-D283-155DF2A7901E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Enhancement Page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B77D5E-DD28-6188-70A7-27C80D33E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3052"/>
            <a:ext cx="9144000" cy="373189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CE7A371-7120-2D06-534F-17201ED46C71}"/>
              </a:ext>
            </a:extLst>
          </p:cNvPr>
          <p:cNvSpPr txBox="1">
            <a:spLocks/>
          </p:cNvSpPr>
          <p:nvPr/>
        </p:nvSpPr>
        <p:spPr>
          <a:xfrm>
            <a:off x="3172380" y="143229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270887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FD785-08BC-22E1-8034-D0A759C68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781D45-58BE-73A0-0481-98988D0FB803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Yield Enhancement Page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9C6D3E-EDAC-858C-EC57-37AD1A6E8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1620"/>
            <a:ext cx="9144000" cy="379476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C0870F2-DA15-9B62-C72E-17A8F4CCBB53}"/>
              </a:ext>
            </a:extLst>
          </p:cNvPr>
          <p:cNvSpPr txBox="1">
            <a:spLocks/>
          </p:cNvSpPr>
          <p:nvPr/>
        </p:nvSpPr>
        <p:spPr>
          <a:xfrm>
            <a:off x="3172380" y="155168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440139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98E95-7D5F-0D00-8D6B-EF615DB85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D73AF54-41C3-CF6B-9C4D-D6D7A76B9AD1}"/>
              </a:ext>
            </a:extLst>
          </p:cNvPr>
          <p:cNvSpPr txBox="1">
            <a:spLocks/>
          </p:cNvSpPr>
          <p:nvPr/>
        </p:nvSpPr>
        <p:spPr>
          <a:xfrm>
            <a:off x="3086100" y="976251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Chatbot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2E511-03F7-EAEE-8335-4357D9948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5188"/>
            <a:ext cx="9144000" cy="43076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255C65C-EC71-AC0D-43E9-431A10EB5B57}"/>
              </a:ext>
            </a:extLst>
          </p:cNvPr>
          <p:cNvSpPr txBox="1">
            <a:spLocks/>
          </p:cNvSpPr>
          <p:nvPr/>
        </p:nvSpPr>
        <p:spPr>
          <a:xfrm>
            <a:off x="3172380" y="15240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638357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1840F-4FF2-D68F-56B4-D8AD2E71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70E7B0B-F013-E838-03CF-5B7282877E20}"/>
              </a:ext>
            </a:extLst>
          </p:cNvPr>
          <p:cNvSpPr txBox="1">
            <a:spLocks/>
          </p:cNvSpPr>
          <p:nvPr/>
        </p:nvSpPr>
        <p:spPr>
          <a:xfrm>
            <a:off x="3086100" y="1063823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Settings Panel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E7D3D8-C0F8-3C76-97D9-85A12473C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4477"/>
            <a:ext cx="9144000" cy="378904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932A458-E97A-29A8-9C81-B11C634FAB4F}"/>
              </a:ext>
            </a:extLst>
          </p:cNvPr>
          <p:cNvSpPr txBox="1">
            <a:spLocks/>
          </p:cNvSpPr>
          <p:nvPr/>
        </p:nvSpPr>
        <p:spPr>
          <a:xfrm>
            <a:off x="3172380" y="151388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849654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F8EB-37A9-F2B0-0268-291A4F50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4C2E3EF-CE90-26F5-F482-D36A49C52040}"/>
              </a:ext>
            </a:extLst>
          </p:cNvPr>
          <p:cNvSpPr txBox="1">
            <a:spLocks/>
          </p:cNvSpPr>
          <p:nvPr/>
        </p:nvSpPr>
        <p:spPr>
          <a:xfrm>
            <a:off x="3086100" y="1140023"/>
            <a:ext cx="304800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algn="ctr"/>
            <a:r>
              <a:rPr lang="en-US" sz="2000" b="1" dirty="0"/>
              <a:t>Settings Panel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49EA8-023C-B118-8893-39BDFFBA88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4485"/>
            <a:ext cx="9144000" cy="366903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FC18E2A-CE88-7FDC-66A2-23779C24F33D}"/>
              </a:ext>
            </a:extLst>
          </p:cNvPr>
          <p:cNvSpPr txBox="1">
            <a:spLocks/>
          </p:cNvSpPr>
          <p:nvPr/>
        </p:nvSpPr>
        <p:spPr>
          <a:xfrm>
            <a:off x="3172380" y="152400"/>
            <a:ext cx="279923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r>
              <a:rPr lang="en-US" b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SCREENS</a:t>
            </a:r>
          </a:p>
        </p:txBody>
      </p:sp>
    </p:spTree>
    <p:extLst>
      <p:ext uri="{BB962C8B-B14F-4D97-AF65-F5344CB8AC3E}">
        <p14:creationId xmlns:p14="http://schemas.microsoft.com/office/powerpoint/2010/main" val="2762711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81200" y="533400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u="sng" dirty="0"/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371600"/>
            <a:ext cx="8153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[1] </a:t>
            </a:r>
            <a:r>
              <a:rPr lang="en-US" sz="1400" dirty="0" err="1"/>
              <a:t>Cai</a:t>
            </a:r>
            <a:r>
              <a:rPr lang="en-US" sz="1400" dirty="0"/>
              <a:t>, Y., Guan, K., Peng, J., Wang, S., Seifert, C., </a:t>
            </a:r>
            <a:r>
              <a:rPr lang="en-US" sz="1400" dirty="0" err="1"/>
              <a:t>Wardlow</a:t>
            </a:r>
            <a:r>
              <a:rPr lang="en-US" sz="1400" dirty="0"/>
              <a:t>, B., &amp; Li, Z. (2019). A high-performance and in-season classification system of field-level crop types using time-series Landsat data and a machine learning approach. </a:t>
            </a:r>
            <a:r>
              <a:rPr lang="en-US" sz="1400" i="1" dirty="0"/>
              <a:t>Remote Sensing of Environment</a:t>
            </a:r>
            <a:r>
              <a:rPr lang="en-US" sz="1400" dirty="0"/>
              <a:t>, </a:t>
            </a:r>
            <a:r>
              <a:rPr lang="en-US" sz="1400" i="1" dirty="0"/>
              <a:t>210</a:t>
            </a:r>
            <a:r>
              <a:rPr lang="en-US" sz="1400" dirty="0"/>
              <a:t>, 35-47. </a:t>
            </a:r>
            <a:r>
              <a:rPr lang="en-US" sz="1400" u="sng" dirty="0">
                <a:hlinkClick r:id="rId2"/>
              </a:rPr>
              <a:t>https://doi.org/10.1016/j.rse.2018.02.045</a:t>
            </a:r>
            <a:endParaRPr lang="en-US" sz="1400" dirty="0"/>
          </a:p>
          <a:p>
            <a:r>
              <a:rPr lang="en-US" sz="1400" dirty="0"/>
              <a:t>[2] Chen, Y., Zhang, Z., &amp; Tao, F. (2018). Improving regional winter wheat yield estimation through assimilation of phenology and leaf area index from remote sensing data. </a:t>
            </a:r>
            <a:r>
              <a:rPr lang="en-US" sz="1400" i="1" dirty="0"/>
              <a:t>European Journal of Agronomy</a:t>
            </a:r>
            <a:r>
              <a:rPr lang="en-US" sz="1400" dirty="0"/>
              <a:t>, </a:t>
            </a:r>
            <a:r>
              <a:rPr lang="en-US" sz="1400" i="1" dirty="0"/>
              <a:t>101</a:t>
            </a:r>
            <a:r>
              <a:rPr lang="en-US" sz="1400" dirty="0"/>
              <a:t>, 163-173. </a:t>
            </a:r>
            <a:r>
              <a:rPr lang="en-US" sz="1400" u="sng" dirty="0">
                <a:hlinkClick r:id="rId3"/>
              </a:rPr>
              <a:t>https://doi.org/10.1016/j.eja.2018.09.006</a:t>
            </a:r>
            <a:endParaRPr lang="en-US" sz="1400" dirty="0"/>
          </a:p>
          <a:p>
            <a:r>
              <a:rPr lang="en-US" sz="1400" dirty="0"/>
              <a:t>[3] </a:t>
            </a:r>
            <a:r>
              <a:rPr lang="en-US" sz="1400" dirty="0" err="1"/>
              <a:t>Chlingaryan</a:t>
            </a:r>
            <a:r>
              <a:rPr lang="en-US" sz="1400" dirty="0"/>
              <a:t>, A., </a:t>
            </a:r>
            <a:r>
              <a:rPr lang="en-US" sz="1400" dirty="0" err="1"/>
              <a:t>Sukkarieh</a:t>
            </a:r>
            <a:r>
              <a:rPr lang="en-US" sz="1400" dirty="0"/>
              <a:t>, S., &amp; Whelan, B. (2018). Machine learning approaches for crop yield prediction and nitrogen status estimation in precision agriculture: A review. </a:t>
            </a:r>
            <a:r>
              <a:rPr lang="en-US" sz="1400" i="1" dirty="0"/>
              <a:t>Computers and Electronics in Agriculture</a:t>
            </a:r>
            <a:r>
              <a:rPr lang="en-US" sz="1400" dirty="0"/>
              <a:t>, </a:t>
            </a:r>
            <a:r>
              <a:rPr lang="en-US" sz="1400" i="1" dirty="0"/>
              <a:t>151</a:t>
            </a:r>
            <a:r>
              <a:rPr lang="en-US" sz="1400" dirty="0"/>
              <a:t>, 61-69. </a:t>
            </a:r>
            <a:r>
              <a:rPr lang="en-US" sz="1400" u="sng" dirty="0">
                <a:hlinkClick r:id="rId4"/>
              </a:rPr>
              <a:t>https://doi.org/10.1016/j.compag.2018.05.012</a:t>
            </a:r>
            <a:endParaRPr lang="en-US" sz="1400" dirty="0"/>
          </a:p>
          <a:p>
            <a:r>
              <a:rPr lang="en-US" sz="1400" dirty="0"/>
              <a:t>[4] Crane-</a:t>
            </a:r>
            <a:r>
              <a:rPr lang="en-US" sz="1400" dirty="0" err="1"/>
              <a:t>Droesch</a:t>
            </a:r>
            <a:r>
              <a:rPr lang="en-US" sz="1400" dirty="0"/>
              <a:t>, A. (2018). Machine learning methods for crop yield prediction and climate change impact assessment in agriculture. </a:t>
            </a:r>
            <a:r>
              <a:rPr lang="en-US" sz="1400" i="1" dirty="0"/>
              <a:t>Environmental Research Letters</a:t>
            </a:r>
            <a:r>
              <a:rPr lang="en-US" sz="1400" dirty="0"/>
              <a:t>, </a:t>
            </a:r>
            <a:r>
              <a:rPr lang="en-US" sz="1400" i="1" dirty="0"/>
              <a:t>13</a:t>
            </a:r>
            <a:r>
              <a:rPr lang="en-US" sz="1400" dirty="0"/>
              <a:t>(11), 114003. </a:t>
            </a:r>
            <a:r>
              <a:rPr lang="en-US" sz="1400" u="sng" dirty="0">
                <a:hlinkClick r:id="rId5"/>
              </a:rPr>
              <a:t>https://doi.org/10.1088/1748-9326/aae159</a:t>
            </a:r>
            <a:endParaRPr lang="en-US" sz="1400" dirty="0"/>
          </a:p>
          <a:p>
            <a:r>
              <a:rPr lang="en-US" sz="1400" dirty="0"/>
              <a:t>[5] Drummond, S. T., Sudduth, K. A., Joshi, A., </a:t>
            </a:r>
            <a:r>
              <a:rPr lang="en-US" sz="1400" dirty="0" err="1"/>
              <a:t>Birrell</a:t>
            </a:r>
            <a:r>
              <a:rPr lang="en-US" sz="1400" dirty="0"/>
              <a:t>, S. J., &amp; Kitchen, N. R. (2003). Statistical and neural methods for estimating soil moisture using remote sensing data. </a:t>
            </a:r>
            <a:r>
              <a:rPr lang="en-US" sz="1400" i="1" dirty="0"/>
              <a:t>Transactions of the ASAE</a:t>
            </a:r>
            <a:r>
              <a:rPr lang="en-US" sz="1400" dirty="0"/>
              <a:t>, </a:t>
            </a:r>
            <a:r>
              <a:rPr lang="en-US" sz="1400" i="1" dirty="0"/>
              <a:t>46</a:t>
            </a:r>
            <a:r>
              <a:rPr lang="en-US" sz="1400" dirty="0"/>
              <a:t>(1), 33-41. </a:t>
            </a:r>
            <a:r>
              <a:rPr lang="en-US" sz="1400" u="sng" dirty="0">
                <a:hlinkClick r:id="rId6"/>
              </a:rPr>
              <a:t>https://doi.org/10.13031/2013.12541</a:t>
            </a:r>
            <a:endParaRPr lang="en-US" sz="1400" dirty="0"/>
          </a:p>
          <a:p>
            <a:r>
              <a:rPr lang="en-US" sz="1400" dirty="0"/>
              <a:t>[6] </a:t>
            </a:r>
            <a:r>
              <a:rPr lang="en-US" sz="1400" dirty="0" err="1"/>
              <a:t>Everingham</a:t>
            </a:r>
            <a:r>
              <a:rPr lang="en-US" sz="1400" dirty="0"/>
              <a:t>, Y., Sexton, J., </a:t>
            </a:r>
            <a:r>
              <a:rPr lang="en-US" sz="1400" dirty="0" err="1"/>
              <a:t>Skocaj</a:t>
            </a:r>
            <a:r>
              <a:rPr lang="en-US" sz="1400" dirty="0"/>
              <a:t>, D., &amp; Inman-</a:t>
            </a:r>
            <a:r>
              <a:rPr lang="en-US" sz="1400" dirty="0" err="1"/>
              <a:t>Bamber</a:t>
            </a:r>
            <a:r>
              <a:rPr lang="en-US" sz="1400" dirty="0"/>
              <a:t>, G. (2016). Accurate prediction of sugarcane yield using a random forest algorithm. </a:t>
            </a:r>
            <a:r>
              <a:rPr lang="en-US" sz="1400" i="1" dirty="0"/>
              <a:t>Agronomy for Sustainable Development</a:t>
            </a:r>
            <a:r>
              <a:rPr lang="en-US" sz="1400" dirty="0"/>
              <a:t>, </a:t>
            </a:r>
            <a:r>
              <a:rPr lang="en-US" sz="1400" i="1" dirty="0"/>
              <a:t>36</a:t>
            </a:r>
            <a:r>
              <a:rPr lang="en-US" sz="1400" dirty="0"/>
              <a:t>(2), 1-9. </a:t>
            </a:r>
            <a:r>
              <a:rPr lang="en-US" sz="1400" u="sng" dirty="0">
                <a:hlinkClick r:id="rId7"/>
              </a:rPr>
              <a:t>https://doi.org/10.1007/s13593-016-0364-z</a:t>
            </a: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36824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04800"/>
            <a:ext cx="4368800" cy="1107996"/>
          </a:xfrm>
        </p:spPr>
        <p:txBody>
          <a:bodyPr/>
          <a:lstStyle/>
          <a:p>
            <a:pPr algn="ctr"/>
            <a:r>
              <a:rPr lang="en-US" b="1" u="sng" dirty="0"/>
              <a:t>REFERENCES</a:t>
            </a:r>
            <a:br>
              <a:rPr lang="en-US" b="1" u="sng" dirty="0"/>
            </a:b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304800" y="1066800"/>
            <a:ext cx="853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600200"/>
            <a:ext cx="8001000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[7] Food and Agriculture Organization of the United Nations. (2021). </a:t>
            </a:r>
            <a:r>
              <a:rPr lang="en-US" sz="1400" i="1" dirty="0"/>
              <a:t>World food and agriculture – Statistical yearbook 2021</a:t>
            </a:r>
            <a:r>
              <a:rPr lang="en-US" sz="1400" dirty="0"/>
              <a:t>. FAO. </a:t>
            </a:r>
            <a:r>
              <a:rPr lang="en-US" sz="1400" u="sng" dirty="0">
                <a:hlinkClick r:id="rId2"/>
              </a:rPr>
              <a:t>https://doi.org/10.4060/cb4477en</a:t>
            </a:r>
            <a:endParaRPr lang="en-US" sz="1400" dirty="0"/>
          </a:p>
          <a:p>
            <a:r>
              <a:rPr lang="en-US" sz="1400" dirty="0"/>
              <a:t>[8] </a:t>
            </a:r>
            <a:r>
              <a:rPr lang="en-US" sz="1400" dirty="0" err="1"/>
              <a:t>Haider</a:t>
            </a:r>
            <a:r>
              <a:rPr lang="en-US" sz="1400" dirty="0"/>
              <a:t>, S. A., Naqvi, S. R., </a:t>
            </a:r>
            <a:r>
              <a:rPr lang="en-US" sz="1400" dirty="0" err="1"/>
              <a:t>Akram</a:t>
            </a:r>
            <a:r>
              <a:rPr lang="en-US" sz="1400" dirty="0"/>
              <a:t>, T., Umar, G. A., </a:t>
            </a:r>
            <a:r>
              <a:rPr lang="en-US" sz="1400" dirty="0" err="1"/>
              <a:t>Shahzad</a:t>
            </a:r>
            <a:r>
              <a:rPr lang="en-US" sz="1400" dirty="0"/>
              <a:t>, A., </a:t>
            </a:r>
            <a:r>
              <a:rPr lang="en-US" sz="1400" dirty="0" err="1"/>
              <a:t>Sial</a:t>
            </a:r>
            <a:r>
              <a:rPr lang="en-US" sz="1400" dirty="0"/>
              <a:t>, M. R., </a:t>
            </a:r>
            <a:r>
              <a:rPr lang="en-US" sz="1400" dirty="0" err="1"/>
              <a:t>Khaliq</a:t>
            </a:r>
            <a:r>
              <a:rPr lang="en-US" sz="1400" dirty="0"/>
              <a:t>, S., &amp; Kamran, M. (2019). LSTM neural network based forecasting model for wheat production in Pakistan. </a:t>
            </a:r>
            <a:r>
              <a:rPr lang="en-US" sz="1400" i="1" dirty="0"/>
              <a:t>Agronomy</a:t>
            </a:r>
            <a:r>
              <a:rPr lang="en-US" sz="1400" dirty="0"/>
              <a:t>, </a:t>
            </a:r>
            <a:r>
              <a:rPr lang="en-US" sz="1400" i="1" dirty="0"/>
              <a:t>9</a:t>
            </a:r>
            <a:r>
              <a:rPr lang="en-US" sz="1400" dirty="0"/>
              <a:t>(2), 72. </a:t>
            </a:r>
            <a:r>
              <a:rPr lang="en-US" sz="1400" u="sng" dirty="0">
                <a:hlinkClick r:id="rId3"/>
              </a:rPr>
              <a:t>https://doi.org/10.3390/agronomy9020072</a:t>
            </a:r>
            <a:endParaRPr lang="en-US" sz="1400" dirty="0"/>
          </a:p>
          <a:p>
            <a:r>
              <a:rPr lang="en-US" sz="1400" dirty="0"/>
              <a:t>[9] Hunt, E. R., </a:t>
            </a:r>
            <a:r>
              <a:rPr lang="en-US" sz="1400" dirty="0" err="1"/>
              <a:t>Cavigelli</a:t>
            </a:r>
            <a:r>
              <a:rPr lang="en-US" sz="1400" dirty="0"/>
              <a:t>, M., </a:t>
            </a:r>
            <a:r>
              <a:rPr lang="en-US" sz="1400" dirty="0" err="1"/>
              <a:t>Daughtry</a:t>
            </a:r>
            <a:r>
              <a:rPr lang="en-US" sz="1400" dirty="0"/>
              <a:t>, C. S., </a:t>
            </a:r>
            <a:r>
              <a:rPr lang="en-US" sz="1400" dirty="0" err="1"/>
              <a:t>Mcmurtrey</a:t>
            </a:r>
            <a:r>
              <a:rPr lang="en-US" sz="1400" dirty="0"/>
              <a:t>, J. E., &amp; Walthall, C. L. (2005). Evaluation of digital photography from model aircraft for remote sensing of crop biomass and nitrogen status. </a:t>
            </a:r>
            <a:r>
              <a:rPr lang="en-US" sz="1400" i="1" dirty="0"/>
              <a:t>Precision Agriculture</a:t>
            </a:r>
            <a:r>
              <a:rPr lang="en-US" sz="1400" dirty="0"/>
              <a:t>, </a:t>
            </a:r>
            <a:r>
              <a:rPr lang="en-US" sz="1400" i="1" dirty="0"/>
              <a:t>6</a:t>
            </a:r>
            <a:r>
              <a:rPr lang="en-US" sz="1400" dirty="0"/>
              <a:t>(4), 359-378. </a:t>
            </a:r>
            <a:r>
              <a:rPr lang="en-US" sz="1400" u="sng" dirty="0">
                <a:hlinkClick r:id="rId4"/>
              </a:rPr>
              <a:t>https://doi.org/10.1007/s11119-005-2324-</a:t>
            </a:r>
            <a:r>
              <a:rPr lang="en-US" sz="1400" dirty="0"/>
              <a:t>5</a:t>
            </a:r>
          </a:p>
          <a:p>
            <a:r>
              <a:rPr lang="en-US" sz="1400" dirty="0"/>
              <a:t>[10] Hunt, E. R., Horneck, D. A., </a:t>
            </a:r>
            <a:r>
              <a:rPr lang="en-US" sz="1400" dirty="0" err="1"/>
              <a:t>Spinelli</a:t>
            </a:r>
            <a:r>
              <a:rPr lang="en-US" sz="1400" dirty="0"/>
              <a:t>, C. B., Turner, R. W., Bruce, A. E., </a:t>
            </a:r>
            <a:r>
              <a:rPr lang="en-US" sz="1400" dirty="0" err="1"/>
              <a:t>Gadler</a:t>
            </a:r>
            <a:r>
              <a:rPr lang="en-US" sz="1400" dirty="0"/>
              <a:t>, D. J., </a:t>
            </a:r>
            <a:r>
              <a:rPr lang="en-US" sz="1400" dirty="0" err="1"/>
              <a:t>Brungardt</a:t>
            </a:r>
            <a:r>
              <a:rPr lang="en-US" sz="1400" dirty="0"/>
              <a:t>, J. J., &amp; Hamm, P. B. (2018). Monitoring nitrogen status of potatoes using small unmanned aerial vehicles. </a:t>
            </a:r>
            <a:r>
              <a:rPr lang="en-US" sz="1400" i="1" dirty="0"/>
              <a:t>Precision Agriculture</a:t>
            </a:r>
            <a:r>
              <a:rPr lang="en-US" sz="1400" dirty="0"/>
              <a:t>, </a:t>
            </a:r>
            <a:r>
              <a:rPr lang="en-US" sz="1400" i="1" dirty="0"/>
              <a:t>19</a:t>
            </a:r>
            <a:r>
              <a:rPr lang="en-US" sz="1400" dirty="0"/>
              <a:t>(2), 314-333. </a:t>
            </a:r>
            <a:r>
              <a:rPr lang="en-US" sz="1400" u="sng" dirty="0">
                <a:hlinkClick r:id="rId5"/>
              </a:rPr>
              <a:t>https://doi.org/10.1007/s11119-017-9518-5</a:t>
            </a:r>
            <a:endParaRPr lang="en-US" sz="1400" dirty="0"/>
          </a:p>
          <a:p>
            <a:r>
              <a:rPr lang="en-US" sz="1400" dirty="0"/>
              <a:t>[11] </a:t>
            </a:r>
            <a:r>
              <a:rPr lang="en-US" sz="1400" dirty="0" err="1"/>
              <a:t>Jeong</a:t>
            </a:r>
            <a:r>
              <a:rPr lang="en-US" sz="1400" dirty="0"/>
              <a:t>, J. H., </a:t>
            </a:r>
            <a:r>
              <a:rPr lang="en-US" sz="1400" dirty="0" err="1"/>
              <a:t>Resop</a:t>
            </a:r>
            <a:r>
              <a:rPr lang="en-US" sz="1400" dirty="0"/>
              <a:t>, J. P., Mueller, N. D., Fleisher, D. H., Yun, K., Butler, E. E., </a:t>
            </a:r>
            <a:r>
              <a:rPr lang="en-US" sz="1400" dirty="0" err="1"/>
              <a:t>Timlin</a:t>
            </a:r>
            <a:r>
              <a:rPr lang="en-US" sz="1400" dirty="0"/>
              <a:t>, D. J., Shim, K. M., Gerber, J. S., Reddy, V. R., &amp; Kim, S. H. (2016). Random forests for global and regional crop yield predictions. </a:t>
            </a:r>
            <a:r>
              <a:rPr lang="en-US" sz="1400" i="1" dirty="0" err="1"/>
              <a:t>PLoS</a:t>
            </a:r>
            <a:r>
              <a:rPr lang="en-US" sz="1400" i="1" dirty="0"/>
              <a:t> ONE</a:t>
            </a:r>
            <a:r>
              <a:rPr lang="en-US" sz="1400" dirty="0"/>
              <a:t>, </a:t>
            </a:r>
            <a:r>
              <a:rPr lang="en-US" sz="1400" i="1" dirty="0"/>
              <a:t>11</a:t>
            </a:r>
            <a:r>
              <a:rPr lang="en-US" sz="1400" dirty="0"/>
              <a:t>(6), e0156571. </a:t>
            </a:r>
            <a:r>
              <a:rPr lang="en-US" sz="1400" u="sng" dirty="0">
                <a:hlinkClick r:id="rId6"/>
              </a:rPr>
              <a:t>https://doi.org/10.1371/journal.pone.0156571</a:t>
            </a:r>
            <a:endParaRPr lang="en-US" sz="1400" dirty="0"/>
          </a:p>
          <a:p>
            <a:r>
              <a:rPr lang="en-US" sz="1400" dirty="0"/>
              <a:t>[12] Jiang, H., Hu, H., </a:t>
            </a:r>
            <a:r>
              <a:rPr lang="en-US" sz="1400" dirty="0" err="1"/>
              <a:t>Zhong</a:t>
            </a:r>
            <a:r>
              <a:rPr lang="en-US" sz="1400" dirty="0"/>
              <a:t>, R., Xu, J., Xu, J., Huang, J., Wang, S., Ying, Y., &amp; Lin, T. (2020). A deep learning approach to conflating heterogeneous geospatial data for corn yield estimation: A case study of the US Corn Belt at the county level. </a:t>
            </a:r>
            <a:r>
              <a:rPr lang="en-US" sz="1400" i="1" dirty="0"/>
              <a:t>Global Change Biology</a:t>
            </a:r>
            <a:r>
              <a:rPr lang="en-US" sz="1400" dirty="0"/>
              <a:t>, </a:t>
            </a:r>
            <a:r>
              <a:rPr lang="en-US" sz="1400" i="1" dirty="0"/>
              <a:t>26</a:t>
            </a:r>
            <a:r>
              <a:rPr lang="en-US" sz="1400" dirty="0"/>
              <a:t>(3), 1754-1766. </a:t>
            </a:r>
            <a:r>
              <a:rPr lang="en-US" sz="1400" u="sng" dirty="0">
                <a:hlinkClick r:id="rId7"/>
              </a:rPr>
              <a:t>https://doi.org/10.1111/gcb.14885</a:t>
            </a:r>
            <a:endParaRPr lang="en-US" sz="1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337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H="1" flipV="1">
            <a:off x="-395785" y="1364776"/>
            <a:ext cx="14785" cy="6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304800" y="1066800"/>
            <a:ext cx="8534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447800"/>
            <a:ext cx="83820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[13] Kang, Y., </a:t>
            </a:r>
            <a:r>
              <a:rPr lang="en-US" sz="1400" dirty="0" err="1"/>
              <a:t>Ozdogan</a:t>
            </a:r>
            <a:r>
              <a:rPr lang="en-US" sz="1400" dirty="0"/>
              <a:t>, M., Zhu, X., Ye, Z., Hain, C., &amp; Anderson, M. (2020). Comparative assessment of environmental variables and machine learning algorithms for maize yield prediction in the US Midwest. </a:t>
            </a:r>
            <a:r>
              <a:rPr lang="en-US" sz="1400" i="1" dirty="0"/>
              <a:t>Environmental Research Letters</a:t>
            </a:r>
            <a:r>
              <a:rPr lang="en-US" sz="1400" dirty="0"/>
              <a:t>, </a:t>
            </a:r>
            <a:r>
              <a:rPr lang="en-US" sz="1400" i="1" dirty="0"/>
              <a:t>15</a:t>
            </a:r>
            <a:r>
              <a:rPr lang="en-US" sz="1400" dirty="0"/>
              <a:t>(6), 064005. </a:t>
            </a:r>
            <a:r>
              <a:rPr lang="en-US" sz="1400" u="sng" dirty="0">
                <a:hlinkClick r:id="rId2"/>
              </a:rPr>
              <a:t>https://doi.org/10.1088/1748-9326/ab7df9</a:t>
            </a:r>
            <a:endParaRPr lang="en-US" sz="1400" dirty="0"/>
          </a:p>
          <a:p>
            <a:r>
              <a:rPr lang="en-US" sz="1400" dirty="0"/>
              <a:t>[14] Khaki, S., &amp; Wang, L. (2019). Crop yield prediction using deep neural networks. </a:t>
            </a:r>
            <a:r>
              <a:rPr lang="en-US" sz="1400" i="1" dirty="0"/>
              <a:t>Frontiers in Plant Science</a:t>
            </a:r>
            <a:r>
              <a:rPr lang="en-US" sz="1400" dirty="0"/>
              <a:t>, </a:t>
            </a:r>
            <a:r>
              <a:rPr lang="en-US" sz="1400" i="1" dirty="0"/>
              <a:t>10</a:t>
            </a:r>
            <a:r>
              <a:rPr lang="en-US" sz="1400" dirty="0"/>
              <a:t>, 621. </a:t>
            </a:r>
            <a:r>
              <a:rPr lang="en-US" sz="1400" u="sng" dirty="0">
                <a:hlinkClick r:id="rId3"/>
              </a:rPr>
              <a:t>https://doi.org/10.3389/fpls.2019.00621</a:t>
            </a:r>
            <a:endParaRPr lang="en-US" sz="1400" dirty="0"/>
          </a:p>
          <a:p>
            <a:r>
              <a:rPr lang="en-US" sz="1400" dirty="0"/>
              <a:t>[15] Khaki, S., Wang, L., &amp; </a:t>
            </a:r>
            <a:r>
              <a:rPr lang="en-US" sz="1400" dirty="0" err="1"/>
              <a:t>Archontoulis</a:t>
            </a:r>
            <a:r>
              <a:rPr lang="en-US" sz="1400" dirty="0"/>
              <a:t>, S. V. (2020). A CNN-RNN framework for crop yield prediction. </a:t>
            </a:r>
            <a:r>
              <a:rPr lang="en-US" sz="1400" i="1" dirty="0"/>
              <a:t>Frontiers in Plant Science</a:t>
            </a:r>
            <a:r>
              <a:rPr lang="en-US" sz="1400" dirty="0"/>
              <a:t>, </a:t>
            </a:r>
            <a:r>
              <a:rPr lang="en-US" sz="1400" i="1" dirty="0"/>
              <a:t>10</a:t>
            </a:r>
            <a:r>
              <a:rPr lang="en-US" sz="1400" dirty="0"/>
              <a:t>, 1750. </a:t>
            </a:r>
            <a:r>
              <a:rPr lang="en-US" sz="1400" u="sng" dirty="0">
                <a:hlinkClick r:id="rId4"/>
              </a:rPr>
              <a:t>https://doi.org/10.3389/fpls.2019.01750</a:t>
            </a:r>
            <a:endParaRPr lang="en-US" sz="1400" dirty="0"/>
          </a:p>
          <a:p>
            <a:r>
              <a:rPr lang="en-US" sz="1400" dirty="0"/>
              <a:t>[16] </a:t>
            </a:r>
            <a:r>
              <a:rPr lang="en-US" sz="1400" dirty="0" err="1"/>
              <a:t>Kross</a:t>
            </a:r>
            <a:r>
              <a:rPr lang="en-US" sz="1400" dirty="0"/>
              <a:t>, A., </a:t>
            </a:r>
            <a:r>
              <a:rPr lang="en-US" sz="1400" dirty="0" err="1"/>
              <a:t>McNairn</a:t>
            </a:r>
            <a:r>
              <a:rPr lang="en-US" sz="1400" dirty="0"/>
              <a:t>, H., </a:t>
            </a:r>
            <a:r>
              <a:rPr lang="en-US" sz="1400" dirty="0" err="1"/>
              <a:t>Lapen</a:t>
            </a:r>
            <a:r>
              <a:rPr lang="en-US" sz="1400" dirty="0"/>
              <a:t>, D., </a:t>
            </a:r>
            <a:r>
              <a:rPr lang="en-US" sz="1400" dirty="0" err="1"/>
              <a:t>Sunohara</a:t>
            </a:r>
            <a:r>
              <a:rPr lang="en-US" sz="1400" dirty="0"/>
              <a:t>, M., &amp; Champagne, C. (2015). Assessment of </a:t>
            </a:r>
            <a:r>
              <a:rPr lang="en-US" sz="1400" dirty="0" err="1"/>
              <a:t>RapidEye</a:t>
            </a:r>
            <a:r>
              <a:rPr lang="en-US" sz="1400" dirty="0"/>
              <a:t> vegetation indices for estimation of leaf area index and biomass in corn and soybean crops. </a:t>
            </a:r>
            <a:r>
              <a:rPr lang="en-US" sz="1400" i="1" dirty="0"/>
              <a:t>International Journal of Applied Earth Observation and </a:t>
            </a:r>
            <a:r>
              <a:rPr lang="en-US" sz="1400" i="1" dirty="0" err="1"/>
              <a:t>Geoinformation</a:t>
            </a:r>
            <a:r>
              <a:rPr lang="en-US" sz="1400" dirty="0"/>
              <a:t>, </a:t>
            </a:r>
            <a:r>
              <a:rPr lang="en-US" sz="1400" i="1" dirty="0"/>
              <a:t>34</a:t>
            </a:r>
            <a:r>
              <a:rPr lang="en-US" sz="1400" dirty="0"/>
              <a:t>, 235-248. </a:t>
            </a:r>
            <a:r>
              <a:rPr lang="en-US" sz="1400" u="sng" dirty="0">
                <a:hlinkClick r:id="rId5"/>
              </a:rPr>
              <a:t>https://doi.org/10.1016/j.jag.2014.08.002</a:t>
            </a:r>
            <a:endParaRPr lang="en-US" sz="1400" dirty="0"/>
          </a:p>
          <a:p>
            <a:r>
              <a:rPr lang="en-US" sz="1400" dirty="0"/>
              <a:t>[17] </a:t>
            </a:r>
            <a:r>
              <a:rPr lang="en-US" sz="1400" dirty="0" err="1"/>
              <a:t>Kuwata</a:t>
            </a:r>
            <a:r>
              <a:rPr lang="en-US" sz="1400" dirty="0"/>
              <a:t>, K., &amp; </a:t>
            </a:r>
            <a:r>
              <a:rPr lang="en-US" sz="1400" dirty="0" err="1"/>
              <a:t>Shibasaki</a:t>
            </a:r>
            <a:r>
              <a:rPr lang="en-US" sz="1400" dirty="0"/>
              <a:t>, R. (2015). Estimating crop yields with deep learning and remotely sensed data. In </a:t>
            </a:r>
            <a:r>
              <a:rPr lang="en-US" sz="1400" i="1" dirty="0"/>
              <a:t>2015 IEEE International Geoscience and Remote Sensing Symposium (IGARSS)</a:t>
            </a:r>
            <a:r>
              <a:rPr lang="en-US" sz="1400" dirty="0"/>
              <a:t> (pp. 858-861). IEEE. </a:t>
            </a:r>
            <a:r>
              <a:rPr lang="en-US" sz="1400" u="sng" dirty="0">
                <a:hlinkClick r:id="rId6"/>
              </a:rPr>
              <a:t>https://doi.org/10.1109/IGARSS.2015.7325900</a:t>
            </a:r>
            <a:endParaRPr lang="en-US" sz="1400" dirty="0"/>
          </a:p>
          <a:p>
            <a:r>
              <a:rPr lang="en-US" sz="1400" dirty="0"/>
              <a:t> [18] Ministry of National Food Security &amp; Research, Government of Pakistan. (2020). </a:t>
            </a:r>
            <a:r>
              <a:rPr lang="en-US" sz="1400" i="1" dirty="0"/>
              <a:t>Agricultural statistics of Pakistan 2018-19</a:t>
            </a:r>
            <a:r>
              <a:rPr lang="en-US" sz="1400" dirty="0"/>
              <a:t>. Pakistan Bureau of Statistics.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0685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100" y="2806714"/>
            <a:ext cx="6781800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z="8000" b="1" spc="-25" dirty="0">
                <a:latin typeface="Arial MT"/>
                <a:cs typeface="Arial MT"/>
              </a:rPr>
              <a:t>THANK YOU</a:t>
            </a:r>
            <a:endParaRPr sz="8000" b="1" dirty="0">
              <a:latin typeface="Arial MT"/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2730" cy="6856730"/>
          </a:xfrm>
          <a:custGeom>
            <a:avLst/>
            <a:gdLst/>
            <a:ahLst/>
            <a:cxnLst/>
            <a:rect l="l" t="t" r="r" b="b"/>
            <a:pathLst>
              <a:path w="9142730" h="6856730">
                <a:moveTo>
                  <a:pt x="0" y="0"/>
                </a:moveTo>
                <a:lnTo>
                  <a:pt x="9142476" y="0"/>
                </a:lnTo>
                <a:lnTo>
                  <a:pt x="9142476" y="6856476"/>
                </a:lnTo>
                <a:lnTo>
                  <a:pt x="0" y="6856476"/>
                </a:lnTo>
                <a:lnTo>
                  <a:pt x="0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2271</TotalTime>
  <Words>1450</Words>
  <Application>Microsoft Office PowerPoint</Application>
  <PresentationFormat>On-screen Show (4:3)</PresentationFormat>
  <Paragraphs>149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 MT</vt:lpstr>
      <vt:lpstr>Georgia</vt:lpstr>
      <vt:lpstr>Wingdings</vt:lpstr>
      <vt:lpstr>Office Theme</vt:lpstr>
      <vt:lpstr>Enhancing Agricultural Productivity Using Reinforcement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Agricultural Productivity Using Reinforcement Learning</dc:title>
  <dc:creator>hp</dc:creator>
  <dc:description/>
  <cp:lastModifiedBy>Syeda Laiba Rehman</cp:lastModifiedBy>
  <cp:revision>105</cp:revision>
  <dcterms:created xsi:type="dcterms:W3CDTF">2025-01-21T14:23:52Z</dcterms:created>
  <dcterms:modified xsi:type="dcterms:W3CDTF">2025-12-02T08:11:42Z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2025-01-21T00:00:00Z</vt:filetime>
  </property>
  <property fmtid="{D5CDD505-2E9C-101B-9397-08002B2CF9AE}" pid="3" name="Creator">
    <vt:lpwstr>WPS Office WWO_wpscloud_20230707210828-148622b8ac</vt:lpwstr>
  </property>
  <property fmtid="{D5CDD505-2E9C-101B-9397-08002B2CF9AE}" pid="4" name="LastSaved">
    <vt:filetime>2025-01-21T00:00:00Z</vt:filetime>
  </property>
  <property fmtid="{D5CDD505-2E9C-101B-9397-08002B2CF9AE}" pid="5" name="SourceModified">
    <vt:lpwstr>D:20250121222318+14'23'</vt:lpwstr>
  </property>
</Properties>
</file>